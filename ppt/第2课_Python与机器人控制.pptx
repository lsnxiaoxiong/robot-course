
<file path=[Content_Types].xml><?xml version="1.0" encoding="utf-8"?>
<Types xmlns="http://schemas.openxmlformats.org/package/2006/content-types">
  <Default Extension="jpeg" ContentType="image/jpeg"/>
  <Default Extension="JPG" ContentType="image/.jpg"/>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5" r:id="rId3"/>
  </p:sldMasterIdLst>
  <p:notesMasterIdLst>
    <p:notesMasterId r:id="rId5"/>
  </p:notesMasterIdLst>
  <p:handoutMasterIdLst>
    <p:handoutMasterId r:id="rId32"/>
  </p:handoutMasterIdLst>
  <p:sldIdLst>
    <p:sldId id="322" r:id="rId4"/>
    <p:sldId id="364" r:id="rId6"/>
    <p:sldId id="365" r:id="rId7"/>
    <p:sldId id="366" r:id="rId8"/>
    <p:sldId id="367" r:id="rId9"/>
    <p:sldId id="368" r:id="rId10"/>
    <p:sldId id="369" r:id="rId11"/>
    <p:sldId id="370" r:id="rId12"/>
    <p:sldId id="371" r:id="rId13"/>
    <p:sldId id="372" r:id="rId14"/>
    <p:sldId id="373" r:id="rId15"/>
    <p:sldId id="374" r:id="rId16"/>
    <p:sldId id="375" r:id="rId17"/>
    <p:sldId id="376" r:id="rId18"/>
    <p:sldId id="377" r:id="rId19"/>
    <p:sldId id="378" r:id="rId20"/>
    <p:sldId id="379" r:id="rId21"/>
    <p:sldId id="381" r:id="rId22"/>
    <p:sldId id="382" r:id="rId23"/>
    <p:sldId id="380" r:id="rId24"/>
    <p:sldId id="384" r:id="rId25"/>
    <p:sldId id="385" r:id="rId26"/>
    <p:sldId id="383" r:id="rId27"/>
    <p:sldId id="387" r:id="rId28"/>
    <p:sldId id="386" r:id="rId29"/>
    <p:sldId id="356" r:id="rId30"/>
    <p:sldId id="320" r:id="rId31"/>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2206"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马奇" initials="马奇"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472C4"/>
    <a:srgbClr val="E89E00"/>
    <a:srgbClr val="FF9900"/>
    <a:srgbClr val="FFCCCC"/>
    <a:srgbClr val="D8BBA1"/>
    <a:srgbClr val="E2C718"/>
    <a:srgbClr val="D61621"/>
    <a:srgbClr val="FFD002"/>
    <a:srgbClr val="FF6666"/>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218" autoAdjust="0"/>
    <p:restoredTop sz="79859" autoAdjust="0"/>
  </p:normalViewPr>
  <p:slideViewPr>
    <p:cSldViewPr snapToGrid="0" showGuides="1">
      <p:cViewPr varScale="1">
        <p:scale>
          <a:sx n="83" d="100"/>
          <a:sy n="83" d="100"/>
        </p:scale>
        <p:origin x="438" y="84"/>
      </p:cViewPr>
      <p:guideLst>
        <p:guide pos="3840"/>
        <p:guide orient="horz" pos="2206"/>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7" d="100"/>
          <a:sy n="67" d="100"/>
        </p:scale>
        <p:origin x="3120" y="77"/>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6" Type="http://schemas.openxmlformats.org/officeDocument/2006/relationships/commentAuthors" Target="commentAuthors.xml"/><Relationship Id="rId35" Type="http://schemas.openxmlformats.org/officeDocument/2006/relationships/tableStyles" Target="tableStyles.xml"/><Relationship Id="rId34" Type="http://schemas.openxmlformats.org/officeDocument/2006/relationships/viewProps" Target="viewProps.xml"/><Relationship Id="rId33" Type="http://schemas.openxmlformats.org/officeDocument/2006/relationships/presProps" Target="presProps.xml"/><Relationship Id="rId32" Type="http://schemas.openxmlformats.org/officeDocument/2006/relationships/handoutMaster" Target="handoutMasters/handoutMaster1.xml"/><Relationship Id="rId31" Type="http://schemas.openxmlformats.org/officeDocument/2006/relationships/slide" Target="slides/slide27.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C235978-AA0F-4019-89CE-7C0DBBEECEE6}"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D629C50-E8D2-44C1-A6BB-3798535718E9}"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本节课主要会讲解机器人技术导论以及之后会使用到的基本软件环境的</a:t>
            </a:r>
            <a:r>
              <a:rPr lang="zh-CN" altLang="en-US" dirty="0"/>
              <a:t>搭建。</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本课程是一门面向本科生的选修课程，以幻尔科技的</a:t>
            </a:r>
            <a:r>
              <a:rPr lang="en-US" altLang="zh-CN" dirty="0"/>
              <a:t>TonyPi pro</a:t>
            </a:r>
            <a:r>
              <a:rPr lang="zh-CN" altLang="en-US" dirty="0"/>
              <a:t>人形机器人作为主要的教学平台。内容包括，机器人基本结构、运动控制、机器视觉、语音交互、传感器应用，以及最后的</a:t>
            </a:r>
            <a:r>
              <a:rPr lang="en-US" altLang="zh-CN" dirty="0"/>
              <a:t>ai</a:t>
            </a:r>
            <a:r>
              <a:rPr lang="zh-CN" altLang="en-US" dirty="0"/>
              <a:t>模型</a:t>
            </a:r>
            <a:r>
              <a:rPr lang="zh-CN" altLang="en-US" dirty="0"/>
              <a:t>整合。</a:t>
            </a:r>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CD629C50-E8D2-44C1-A6BB-3798535718E9}"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4" Type="http://schemas.openxmlformats.org/officeDocument/2006/relationships/image" Target="../media/image4.png"/><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GIF"/><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tags" Target="../tags/tag4.xml"/><Relationship Id="rId2" Type="http://schemas.openxmlformats.org/officeDocument/2006/relationships/tags" Target="../tags/tag3.xml"/><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封面">
    <p:bg>
      <p:bgPr>
        <a:solidFill>
          <a:schemeClr val="bg1"/>
        </a:solidFill>
        <a:effectLst/>
      </p:bgPr>
    </p:bg>
    <p:spTree>
      <p:nvGrpSpPr>
        <p:cNvPr id="1" name=""/>
        <p:cNvGrpSpPr/>
        <p:nvPr/>
      </p:nvGrpSpPr>
      <p:grpSpPr>
        <a:xfrm>
          <a:off x="0" y="0"/>
          <a:ext cx="0" cy="0"/>
          <a:chOff x="0" y="0"/>
          <a:chExt cx="0" cy="0"/>
        </a:xfrm>
      </p:grpSpPr>
      <p:sp>
        <p:nvSpPr>
          <p:cNvPr id="8" name="任意多边形 7"/>
          <p:cNvSpPr/>
          <p:nvPr userDrawn="1"/>
        </p:nvSpPr>
        <p:spPr>
          <a:xfrm rot="5400000">
            <a:off x="4050259" y="-4050255"/>
            <a:ext cx="1802935" cy="9903456"/>
          </a:xfrm>
          <a:custGeom>
            <a:avLst/>
            <a:gdLst>
              <a:gd name="connsiteX0" fmla="*/ 0 w 6907593"/>
              <a:gd name="connsiteY0" fmla="*/ 0 h 1776503"/>
              <a:gd name="connsiteX1" fmla="*/ 6907593 w 6907593"/>
              <a:gd name="connsiteY1" fmla="*/ 1776503 h 1776503"/>
              <a:gd name="connsiteX2" fmla="*/ 0 w 6907593"/>
              <a:gd name="connsiteY2" fmla="*/ 1776503 h 1776503"/>
            </a:gdLst>
            <a:ahLst/>
            <a:cxnLst>
              <a:cxn ang="0">
                <a:pos x="connsiteX0" y="connsiteY0"/>
              </a:cxn>
              <a:cxn ang="0">
                <a:pos x="connsiteX1" y="connsiteY1"/>
              </a:cxn>
              <a:cxn ang="0">
                <a:pos x="connsiteX2" y="connsiteY2"/>
              </a:cxn>
            </a:cxnLst>
            <a:rect l="l" t="t" r="r" b="b"/>
            <a:pathLst>
              <a:path w="6907593" h="1776503">
                <a:moveTo>
                  <a:pt x="0" y="0"/>
                </a:moveTo>
                <a:lnTo>
                  <a:pt x="6907593" y="1776503"/>
                </a:lnTo>
                <a:lnTo>
                  <a:pt x="0" y="1776503"/>
                </a:lnTo>
                <a:close/>
              </a:path>
            </a:pathLst>
          </a:custGeom>
          <a:solidFill>
            <a:srgbClr val="157DA8">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p>
        </p:txBody>
      </p:sp>
      <p:sp>
        <p:nvSpPr>
          <p:cNvPr id="9" name="任意多边形 8"/>
          <p:cNvSpPr/>
          <p:nvPr userDrawn="1"/>
        </p:nvSpPr>
        <p:spPr>
          <a:xfrm flipH="1">
            <a:off x="10111813" y="1412240"/>
            <a:ext cx="2080184" cy="5445760"/>
          </a:xfrm>
          <a:custGeom>
            <a:avLst/>
            <a:gdLst>
              <a:gd name="connsiteX0" fmla="*/ 0 w 6907593"/>
              <a:gd name="connsiteY0" fmla="*/ 0 h 1776503"/>
              <a:gd name="connsiteX1" fmla="*/ 6907593 w 6907593"/>
              <a:gd name="connsiteY1" fmla="*/ 1776503 h 1776503"/>
              <a:gd name="connsiteX2" fmla="*/ 0 w 6907593"/>
              <a:gd name="connsiteY2" fmla="*/ 1776503 h 1776503"/>
            </a:gdLst>
            <a:ahLst/>
            <a:cxnLst>
              <a:cxn ang="0">
                <a:pos x="connsiteX0" y="connsiteY0"/>
              </a:cxn>
              <a:cxn ang="0">
                <a:pos x="connsiteX1" y="connsiteY1"/>
              </a:cxn>
              <a:cxn ang="0">
                <a:pos x="connsiteX2" y="connsiteY2"/>
              </a:cxn>
            </a:cxnLst>
            <a:rect l="l" t="t" r="r" b="b"/>
            <a:pathLst>
              <a:path w="6907593" h="1776503">
                <a:moveTo>
                  <a:pt x="0" y="0"/>
                </a:moveTo>
                <a:lnTo>
                  <a:pt x="6907593" y="1776503"/>
                </a:lnTo>
                <a:lnTo>
                  <a:pt x="0" y="1776503"/>
                </a:lnTo>
                <a:close/>
              </a:path>
            </a:pathLst>
          </a:custGeom>
          <a:solidFill>
            <a:srgbClr val="E89E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p>
        </p:txBody>
      </p:sp>
      <p:sp>
        <p:nvSpPr>
          <p:cNvPr id="10" name="任意多边形 9"/>
          <p:cNvSpPr/>
          <p:nvPr userDrawn="1"/>
        </p:nvSpPr>
        <p:spPr>
          <a:xfrm rot="5400000">
            <a:off x="2385073" y="-2385070"/>
            <a:ext cx="1061693" cy="5831840"/>
          </a:xfrm>
          <a:custGeom>
            <a:avLst/>
            <a:gdLst>
              <a:gd name="connsiteX0" fmla="*/ 0 w 6907593"/>
              <a:gd name="connsiteY0" fmla="*/ 0 h 1776503"/>
              <a:gd name="connsiteX1" fmla="*/ 6907593 w 6907593"/>
              <a:gd name="connsiteY1" fmla="*/ 1776503 h 1776503"/>
              <a:gd name="connsiteX2" fmla="*/ 0 w 6907593"/>
              <a:gd name="connsiteY2" fmla="*/ 1776503 h 1776503"/>
            </a:gdLst>
            <a:ahLst/>
            <a:cxnLst>
              <a:cxn ang="0">
                <a:pos x="connsiteX0" y="connsiteY0"/>
              </a:cxn>
              <a:cxn ang="0">
                <a:pos x="connsiteX1" y="connsiteY1"/>
              </a:cxn>
              <a:cxn ang="0">
                <a:pos x="connsiteX2" y="connsiteY2"/>
              </a:cxn>
            </a:cxnLst>
            <a:rect l="l" t="t" r="r" b="b"/>
            <a:pathLst>
              <a:path w="6907593" h="1776503">
                <a:moveTo>
                  <a:pt x="0" y="0"/>
                </a:moveTo>
                <a:lnTo>
                  <a:pt x="6907593" y="1776503"/>
                </a:lnTo>
                <a:lnTo>
                  <a:pt x="0" y="177650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p>
        </p:txBody>
      </p:sp>
      <p:sp>
        <p:nvSpPr>
          <p:cNvPr id="11" name="任意多边形 10"/>
          <p:cNvSpPr/>
          <p:nvPr userDrawn="1"/>
        </p:nvSpPr>
        <p:spPr>
          <a:xfrm rot="5400000">
            <a:off x="1483399" y="-1483401"/>
            <a:ext cx="660321" cy="3627120"/>
          </a:xfrm>
          <a:custGeom>
            <a:avLst/>
            <a:gdLst>
              <a:gd name="connsiteX0" fmla="*/ 0 w 6907593"/>
              <a:gd name="connsiteY0" fmla="*/ 0 h 1776503"/>
              <a:gd name="connsiteX1" fmla="*/ 6907593 w 6907593"/>
              <a:gd name="connsiteY1" fmla="*/ 1776503 h 1776503"/>
              <a:gd name="connsiteX2" fmla="*/ 0 w 6907593"/>
              <a:gd name="connsiteY2" fmla="*/ 1776503 h 1776503"/>
            </a:gdLst>
            <a:ahLst/>
            <a:cxnLst>
              <a:cxn ang="0">
                <a:pos x="connsiteX0" y="connsiteY0"/>
              </a:cxn>
              <a:cxn ang="0">
                <a:pos x="connsiteX1" y="connsiteY1"/>
              </a:cxn>
              <a:cxn ang="0">
                <a:pos x="connsiteX2" y="connsiteY2"/>
              </a:cxn>
            </a:cxnLst>
            <a:rect l="l" t="t" r="r" b="b"/>
            <a:pathLst>
              <a:path w="6907593" h="1776503">
                <a:moveTo>
                  <a:pt x="0" y="0"/>
                </a:moveTo>
                <a:lnTo>
                  <a:pt x="6907593" y="1776503"/>
                </a:lnTo>
                <a:lnTo>
                  <a:pt x="0" y="1776503"/>
                </a:lnTo>
                <a:close/>
              </a:path>
            </a:pathLst>
          </a:custGeom>
          <a:solidFill>
            <a:schemeClr val="bg1">
              <a:lumMod val="5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p>
        </p:txBody>
      </p:sp>
      <p:sp>
        <p:nvSpPr>
          <p:cNvPr id="12" name="任意多边形 11"/>
          <p:cNvSpPr/>
          <p:nvPr userDrawn="1"/>
        </p:nvSpPr>
        <p:spPr>
          <a:xfrm flipH="1">
            <a:off x="10993120" y="3719437"/>
            <a:ext cx="1198876" cy="3138563"/>
          </a:xfrm>
          <a:custGeom>
            <a:avLst/>
            <a:gdLst>
              <a:gd name="connsiteX0" fmla="*/ 0 w 6907593"/>
              <a:gd name="connsiteY0" fmla="*/ 0 h 1776503"/>
              <a:gd name="connsiteX1" fmla="*/ 6907593 w 6907593"/>
              <a:gd name="connsiteY1" fmla="*/ 1776503 h 1776503"/>
              <a:gd name="connsiteX2" fmla="*/ 0 w 6907593"/>
              <a:gd name="connsiteY2" fmla="*/ 1776503 h 1776503"/>
            </a:gdLst>
            <a:ahLst/>
            <a:cxnLst>
              <a:cxn ang="0">
                <a:pos x="connsiteX0" y="connsiteY0"/>
              </a:cxn>
              <a:cxn ang="0">
                <a:pos x="connsiteX1" y="connsiteY1"/>
              </a:cxn>
              <a:cxn ang="0">
                <a:pos x="connsiteX2" y="connsiteY2"/>
              </a:cxn>
            </a:cxnLst>
            <a:rect l="l" t="t" r="r" b="b"/>
            <a:pathLst>
              <a:path w="6907593" h="1776503">
                <a:moveTo>
                  <a:pt x="0" y="0"/>
                </a:moveTo>
                <a:lnTo>
                  <a:pt x="6907593" y="1776503"/>
                </a:lnTo>
                <a:lnTo>
                  <a:pt x="0" y="1776503"/>
                </a:ln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p>
        </p:txBody>
      </p:sp>
      <p:grpSp>
        <p:nvGrpSpPr>
          <p:cNvPr id="7" name="组合 6"/>
          <p:cNvGrpSpPr/>
          <p:nvPr userDrawn="1"/>
        </p:nvGrpSpPr>
        <p:grpSpPr>
          <a:xfrm>
            <a:off x="9273790" y="-94255"/>
            <a:ext cx="2995243" cy="1264792"/>
            <a:chOff x="8303568" y="2694"/>
            <a:chExt cx="3888434" cy="1641957"/>
          </a:xfrm>
        </p:grpSpPr>
        <p:pic>
          <p:nvPicPr>
            <p:cNvPr id="13" name="图片 1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81156" y="221822"/>
              <a:ext cx="2909748" cy="1422829"/>
            </a:xfrm>
            <a:prstGeom prst="rect">
              <a:avLst/>
            </a:prstGeom>
          </p:spPr>
        </p:pic>
        <p:sp>
          <p:nvSpPr>
            <p:cNvPr id="14" name="文本框 13"/>
            <p:cNvSpPr txBox="1"/>
            <p:nvPr/>
          </p:nvSpPr>
          <p:spPr>
            <a:xfrm>
              <a:off x="8303571" y="2694"/>
              <a:ext cx="3888431" cy="606910"/>
            </a:xfrm>
            <a:prstGeom prst="rect">
              <a:avLst/>
            </a:prstGeom>
            <a:noFill/>
          </p:spPr>
          <p:txBody>
            <a:bodyPr wrap="square" rtlCol="0">
              <a:spAutoFit/>
            </a:bodyPr>
            <a:lstStyle/>
            <a:p>
              <a:pPr algn="ctr">
                <a:lnSpc>
                  <a:spcPct val="150000"/>
                </a:lnSpc>
              </a:pPr>
              <a:r>
                <a:rPr lang="zh-CN" altLang="en-US" sz="1800" dirty="0">
                  <a:latin typeface="华文新魏" panose="02010800040101010101" pitchFamily="2" charset="-122"/>
                  <a:ea typeface="华文新魏" panose="02010800040101010101" pitchFamily="2" charset="-122"/>
                </a:rPr>
                <a:t>上海仪酷智能科技有限公司</a:t>
              </a:r>
              <a:endParaRPr lang="en-US" altLang="zh-CN" sz="3200" dirty="0">
                <a:solidFill>
                  <a:srgbClr val="0070C0"/>
                </a:solidFill>
                <a:latin typeface="+mj-lt"/>
                <a:ea typeface="华文新魏" panose="02010800040101010101" pitchFamily="2" charset="-122"/>
              </a:endParaRPr>
            </a:p>
          </p:txBody>
        </p:sp>
        <p:sp>
          <p:nvSpPr>
            <p:cNvPr id="15" name="文本框 14"/>
            <p:cNvSpPr txBox="1"/>
            <p:nvPr/>
          </p:nvSpPr>
          <p:spPr>
            <a:xfrm>
              <a:off x="8303568" y="274888"/>
              <a:ext cx="3888431" cy="979746"/>
            </a:xfrm>
            <a:prstGeom prst="rect">
              <a:avLst/>
            </a:prstGeom>
            <a:noFill/>
          </p:spPr>
          <p:txBody>
            <a:bodyPr wrap="square" rtlCol="0">
              <a:spAutoFit/>
            </a:bodyPr>
            <a:lstStyle/>
            <a:p>
              <a:pPr algn="ctr">
                <a:lnSpc>
                  <a:spcPct val="150000"/>
                </a:lnSpc>
              </a:pPr>
              <a:r>
                <a:rPr lang="en-US" altLang="zh-CN" sz="3200" dirty="0">
                  <a:solidFill>
                    <a:srgbClr val="0070C0"/>
                  </a:solidFill>
                  <a:ea typeface="华文新魏" panose="02010800040101010101" pitchFamily="2" charset="-122"/>
                </a:rPr>
                <a:t>VI</a:t>
              </a:r>
              <a:r>
                <a:rPr lang="en-US" altLang="zh-CN" sz="3200" dirty="0">
                  <a:solidFill>
                    <a:schemeClr val="bg1">
                      <a:lumMod val="65000"/>
                    </a:schemeClr>
                  </a:solidFill>
                  <a:ea typeface="华文新魏" panose="02010800040101010101" pitchFamily="2" charset="-122"/>
                </a:rPr>
                <a:t>R </a:t>
              </a:r>
              <a:r>
                <a:rPr lang="en-US" altLang="zh-CN" sz="3200" dirty="0">
                  <a:ea typeface="华文新魏" panose="02010800040101010101" pitchFamily="2" charset="-122"/>
                </a:rPr>
                <a:t>      </a:t>
              </a:r>
              <a:r>
                <a:rPr lang="en-US" altLang="zh-CN" sz="3200" dirty="0">
                  <a:solidFill>
                    <a:schemeClr val="bg1">
                      <a:lumMod val="65000"/>
                    </a:schemeClr>
                  </a:solidFill>
                  <a:ea typeface="华文新魏" panose="02010800040101010101" pitchFamily="2" charset="-122"/>
                </a:rPr>
                <a:t>tics</a:t>
              </a:r>
              <a:endParaRPr lang="en-US" altLang="zh-CN" sz="3200" dirty="0">
                <a:solidFill>
                  <a:schemeClr val="bg1">
                    <a:lumMod val="65000"/>
                  </a:schemeClr>
                </a:solidFill>
                <a:ea typeface="华文新魏" panose="02010800040101010101" pitchFamily="2" charset="-122"/>
              </a:endParaRPr>
            </a:p>
          </p:txBody>
        </p:sp>
      </p:grpSp>
      <p:sp>
        <p:nvSpPr>
          <p:cNvPr id="16" name="任意多边形 15"/>
          <p:cNvSpPr/>
          <p:nvPr userDrawn="1"/>
        </p:nvSpPr>
        <p:spPr>
          <a:xfrm rot="5400000" flipH="1">
            <a:off x="140597" y="5298178"/>
            <a:ext cx="1419223" cy="1700416"/>
          </a:xfrm>
          <a:custGeom>
            <a:avLst/>
            <a:gdLst>
              <a:gd name="connsiteX0" fmla="*/ 0 w 6907593"/>
              <a:gd name="connsiteY0" fmla="*/ 0 h 1776503"/>
              <a:gd name="connsiteX1" fmla="*/ 6907593 w 6907593"/>
              <a:gd name="connsiteY1" fmla="*/ 1776503 h 1776503"/>
              <a:gd name="connsiteX2" fmla="*/ 0 w 6907593"/>
              <a:gd name="connsiteY2" fmla="*/ 1776503 h 1776503"/>
            </a:gdLst>
            <a:ahLst/>
            <a:cxnLst>
              <a:cxn ang="0">
                <a:pos x="connsiteX0" y="connsiteY0"/>
              </a:cxn>
              <a:cxn ang="0">
                <a:pos x="connsiteX1" y="connsiteY1"/>
              </a:cxn>
              <a:cxn ang="0">
                <a:pos x="connsiteX2" y="connsiteY2"/>
              </a:cxn>
            </a:cxnLst>
            <a:rect l="l" t="t" r="r" b="b"/>
            <a:pathLst>
              <a:path w="6907593" h="1776503">
                <a:moveTo>
                  <a:pt x="0" y="0"/>
                </a:moveTo>
                <a:lnTo>
                  <a:pt x="6907593" y="1776503"/>
                </a:lnTo>
                <a:lnTo>
                  <a:pt x="0" y="1776503"/>
                </a:lnTo>
                <a:close/>
              </a:path>
            </a:pathLst>
          </a:cu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p>
        </p:txBody>
      </p:sp>
      <p:sp>
        <p:nvSpPr>
          <p:cNvPr id="17" name="任意多边形 16"/>
          <p:cNvSpPr/>
          <p:nvPr userDrawn="1"/>
        </p:nvSpPr>
        <p:spPr>
          <a:xfrm rot="5400000" flipH="1">
            <a:off x="86469" y="5898692"/>
            <a:ext cx="872838" cy="1045776"/>
          </a:xfrm>
          <a:custGeom>
            <a:avLst/>
            <a:gdLst>
              <a:gd name="connsiteX0" fmla="*/ 0 w 6907593"/>
              <a:gd name="connsiteY0" fmla="*/ 0 h 1776503"/>
              <a:gd name="connsiteX1" fmla="*/ 6907593 w 6907593"/>
              <a:gd name="connsiteY1" fmla="*/ 1776503 h 1776503"/>
              <a:gd name="connsiteX2" fmla="*/ 0 w 6907593"/>
              <a:gd name="connsiteY2" fmla="*/ 1776503 h 1776503"/>
            </a:gdLst>
            <a:ahLst/>
            <a:cxnLst>
              <a:cxn ang="0">
                <a:pos x="connsiteX0" y="connsiteY0"/>
              </a:cxn>
              <a:cxn ang="0">
                <a:pos x="connsiteX1" y="connsiteY1"/>
              </a:cxn>
              <a:cxn ang="0">
                <a:pos x="connsiteX2" y="connsiteY2"/>
              </a:cxn>
            </a:cxnLst>
            <a:rect l="l" t="t" r="r" b="b"/>
            <a:pathLst>
              <a:path w="6907593" h="1776503">
                <a:moveTo>
                  <a:pt x="0" y="0"/>
                </a:moveTo>
                <a:lnTo>
                  <a:pt x="6907593" y="1776503"/>
                </a:lnTo>
                <a:lnTo>
                  <a:pt x="0" y="1776503"/>
                </a:ln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
    <p:spTree>
      <p:nvGrpSpPr>
        <p:cNvPr id="1" name=""/>
        <p:cNvGrpSpPr/>
        <p:nvPr/>
      </p:nvGrpSpPr>
      <p:grpSpPr>
        <a:xfrm>
          <a:off x="0" y="0"/>
          <a:ext cx="0" cy="0"/>
          <a:chOff x="0" y="0"/>
          <a:chExt cx="0" cy="0"/>
        </a:xfrm>
      </p:grpSpPr>
      <p:sp>
        <p:nvSpPr>
          <p:cNvPr id="3" name="MH_Others_1"/>
          <p:cNvSpPr/>
          <p:nvPr userDrawn="1">
            <p:custDataLst>
              <p:tags r:id="rId2"/>
            </p:custDataLst>
          </p:nvPr>
        </p:nvSpPr>
        <p:spPr>
          <a:xfrm>
            <a:off x="10312400" y="449"/>
            <a:ext cx="1879600" cy="6857551"/>
          </a:xfrm>
          <a:prstGeom prst="rect">
            <a:avLst/>
          </a:prstGeom>
          <a:solidFill>
            <a:srgbClr val="E89E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7590" dirty="0">
              <a:solidFill>
                <a:schemeClr val="bg1"/>
              </a:solidFill>
              <a:latin typeface="黑体" panose="02010609060101010101" pitchFamily="49" charset="-122"/>
              <a:ea typeface="黑体" panose="02010609060101010101" pitchFamily="49" charset="-122"/>
              <a:sym typeface="Arial" panose="020B0604020202020204" pitchFamily="34" charset="0"/>
            </a:endParaRPr>
          </a:p>
        </p:txBody>
      </p:sp>
      <p:sp>
        <p:nvSpPr>
          <p:cNvPr id="4" name="MH_Others_2"/>
          <p:cNvSpPr/>
          <p:nvPr userDrawn="1">
            <p:custDataLst>
              <p:tags r:id="rId3"/>
            </p:custDataLst>
          </p:nvPr>
        </p:nvSpPr>
        <p:spPr>
          <a:xfrm>
            <a:off x="10011847" y="1"/>
            <a:ext cx="132066" cy="6861462"/>
          </a:xfrm>
          <a:prstGeom prst="rect">
            <a:avLst/>
          </a:prstGeom>
          <a:solidFill>
            <a:srgbClr val="157DA8">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latin typeface="Arial" panose="020B0604020202020204" pitchFamily="34" charset="0"/>
              <a:ea typeface="微软雅黑" panose="020B0503020204020204" pitchFamily="34" charset="-122"/>
              <a:sym typeface="Arial" panose="020B0604020202020204" pitchFamily="34" charset="0"/>
            </a:endParaRPr>
          </a:p>
        </p:txBody>
      </p:sp>
    </p:spTree>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章首">
    <p:bg>
      <p:bgPr>
        <a:solidFill>
          <a:srgbClr val="FFFFFF"/>
        </a:solidFill>
        <a:effectLst/>
      </p:bgPr>
    </p:bg>
    <p:spTree>
      <p:nvGrpSpPr>
        <p:cNvPr id="1" name=""/>
        <p:cNvGrpSpPr/>
        <p:nvPr/>
      </p:nvGrpSpPr>
      <p:grpSpPr>
        <a:xfrm>
          <a:off x="0" y="0"/>
          <a:ext cx="0" cy="0"/>
          <a:chOff x="0" y="0"/>
          <a:chExt cx="0" cy="0"/>
        </a:xfrm>
      </p:grpSpPr>
      <p:sp>
        <p:nvSpPr>
          <p:cNvPr id="2" name="任意多边形 1"/>
          <p:cNvSpPr/>
          <p:nvPr userDrawn="1"/>
        </p:nvSpPr>
        <p:spPr>
          <a:xfrm>
            <a:off x="0" y="4438650"/>
            <a:ext cx="12188991" cy="2426627"/>
          </a:xfrm>
          <a:custGeom>
            <a:avLst/>
            <a:gdLst>
              <a:gd name="connsiteX0" fmla="*/ 0 w 6907593"/>
              <a:gd name="connsiteY0" fmla="*/ 0 h 1776503"/>
              <a:gd name="connsiteX1" fmla="*/ 6907593 w 6907593"/>
              <a:gd name="connsiteY1" fmla="*/ 1776503 h 1776503"/>
              <a:gd name="connsiteX2" fmla="*/ 0 w 6907593"/>
              <a:gd name="connsiteY2" fmla="*/ 1776503 h 1776503"/>
              <a:gd name="connsiteX0-1" fmla="*/ 0 w 6907593"/>
              <a:gd name="connsiteY0-2" fmla="*/ 0 h 1776503"/>
              <a:gd name="connsiteX1-3" fmla="*/ 6907593 w 6907593"/>
              <a:gd name="connsiteY1-4" fmla="*/ 1776503 h 1776503"/>
              <a:gd name="connsiteX2-5" fmla="*/ 0 w 6907593"/>
              <a:gd name="connsiteY2-6" fmla="*/ 1776503 h 1776503"/>
              <a:gd name="connsiteX3" fmla="*/ 0 w 6907593"/>
              <a:gd name="connsiteY3" fmla="*/ 0 h 1776503"/>
              <a:gd name="connsiteX0-7" fmla="*/ 0 w 6907593"/>
              <a:gd name="connsiteY0-8" fmla="*/ 0 h 1776503"/>
              <a:gd name="connsiteX1-9" fmla="*/ 6907593 w 6907593"/>
              <a:gd name="connsiteY1-10" fmla="*/ 1776503 h 1776503"/>
              <a:gd name="connsiteX2-11" fmla="*/ 0 w 6907593"/>
              <a:gd name="connsiteY2-12" fmla="*/ 1776503 h 1776503"/>
              <a:gd name="connsiteX3-13" fmla="*/ 0 w 6907593"/>
              <a:gd name="connsiteY3-14" fmla="*/ 0 h 1776503"/>
              <a:gd name="connsiteX0-15" fmla="*/ 0 w 6907593"/>
              <a:gd name="connsiteY0-16" fmla="*/ 0 h 1776503"/>
              <a:gd name="connsiteX1-17" fmla="*/ 6907593 w 6907593"/>
              <a:gd name="connsiteY1-18" fmla="*/ 1776503 h 1776503"/>
              <a:gd name="connsiteX2-19" fmla="*/ 0 w 6907593"/>
              <a:gd name="connsiteY2-20" fmla="*/ 1776503 h 1776503"/>
              <a:gd name="connsiteX3-21" fmla="*/ 0 w 6907593"/>
              <a:gd name="connsiteY3-22" fmla="*/ 0 h 1776503"/>
            </a:gdLst>
            <a:ahLst/>
            <a:cxnLst>
              <a:cxn ang="0">
                <a:pos x="connsiteX0-1" y="connsiteY0-2"/>
              </a:cxn>
              <a:cxn ang="0">
                <a:pos x="connsiteX1-3" y="connsiteY1-4"/>
              </a:cxn>
              <a:cxn ang="0">
                <a:pos x="connsiteX2-5" y="connsiteY2-6"/>
              </a:cxn>
              <a:cxn ang="0">
                <a:pos x="connsiteX3-13" y="connsiteY3-14"/>
              </a:cxn>
            </a:cxnLst>
            <a:rect l="l" t="t" r="r" b="b"/>
            <a:pathLst>
              <a:path w="6907593" h="1776503">
                <a:moveTo>
                  <a:pt x="0" y="0"/>
                </a:moveTo>
                <a:cubicBezTo>
                  <a:pt x="2091413" y="1639688"/>
                  <a:pt x="4374752" y="1587227"/>
                  <a:pt x="6907593" y="1776503"/>
                </a:cubicBezTo>
                <a:lnTo>
                  <a:pt x="0" y="1776503"/>
                </a:lnTo>
                <a:lnTo>
                  <a:pt x="0" y="0"/>
                </a:lnTo>
                <a:close/>
              </a:path>
            </a:pathLst>
          </a:custGeom>
          <a:solidFill>
            <a:srgbClr val="157DA8">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p>
        </p:txBody>
      </p:sp>
      <p:sp>
        <p:nvSpPr>
          <p:cNvPr id="3" name="任意多边形 2"/>
          <p:cNvSpPr/>
          <p:nvPr userDrawn="1"/>
        </p:nvSpPr>
        <p:spPr>
          <a:xfrm flipH="1">
            <a:off x="6229348" y="5057775"/>
            <a:ext cx="5969693" cy="1807736"/>
          </a:xfrm>
          <a:custGeom>
            <a:avLst/>
            <a:gdLst>
              <a:gd name="connsiteX0" fmla="*/ 0 w 6907593"/>
              <a:gd name="connsiteY0" fmla="*/ 0 h 1776503"/>
              <a:gd name="connsiteX1" fmla="*/ 6907593 w 6907593"/>
              <a:gd name="connsiteY1" fmla="*/ 1776503 h 1776503"/>
              <a:gd name="connsiteX2" fmla="*/ 0 w 6907593"/>
              <a:gd name="connsiteY2" fmla="*/ 1776503 h 1776503"/>
              <a:gd name="connsiteX0-1" fmla="*/ 0 w 6907593"/>
              <a:gd name="connsiteY0-2" fmla="*/ 0 h 1776503"/>
              <a:gd name="connsiteX1-3" fmla="*/ 6907593 w 6907593"/>
              <a:gd name="connsiteY1-4" fmla="*/ 1776503 h 1776503"/>
              <a:gd name="connsiteX2-5" fmla="*/ 0 w 6907593"/>
              <a:gd name="connsiteY2-6" fmla="*/ 1776503 h 1776503"/>
              <a:gd name="connsiteX3" fmla="*/ 0 w 6907593"/>
              <a:gd name="connsiteY3" fmla="*/ 0 h 1776503"/>
              <a:gd name="connsiteX0-7" fmla="*/ 0 w 6907593"/>
              <a:gd name="connsiteY0-8" fmla="*/ 0 h 1776503"/>
              <a:gd name="connsiteX1-9" fmla="*/ 6907593 w 6907593"/>
              <a:gd name="connsiteY1-10" fmla="*/ 1776503 h 1776503"/>
              <a:gd name="connsiteX2-11" fmla="*/ 0 w 6907593"/>
              <a:gd name="connsiteY2-12" fmla="*/ 1776503 h 1776503"/>
              <a:gd name="connsiteX3-13" fmla="*/ 0 w 6907593"/>
              <a:gd name="connsiteY3-14" fmla="*/ 0 h 1776503"/>
            </a:gdLst>
            <a:ahLst/>
            <a:cxnLst>
              <a:cxn ang="0">
                <a:pos x="connsiteX0-1" y="connsiteY0-2"/>
              </a:cxn>
              <a:cxn ang="0">
                <a:pos x="connsiteX1-3" y="connsiteY1-4"/>
              </a:cxn>
              <a:cxn ang="0">
                <a:pos x="connsiteX2-5" y="connsiteY2-6"/>
              </a:cxn>
              <a:cxn ang="0">
                <a:pos x="connsiteX3-13" y="connsiteY3-14"/>
              </a:cxn>
            </a:cxnLst>
            <a:rect l="l" t="t" r="r" b="b"/>
            <a:pathLst>
              <a:path w="6907593" h="1776503">
                <a:moveTo>
                  <a:pt x="0" y="0"/>
                </a:moveTo>
                <a:cubicBezTo>
                  <a:pt x="1979235" y="1345282"/>
                  <a:pt x="4428718" y="1766287"/>
                  <a:pt x="6907593" y="1776503"/>
                </a:cubicBezTo>
                <a:lnTo>
                  <a:pt x="0" y="1776503"/>
                </a:lnTo>
                <a:lnTo>
                  <a:pt x="0" y="0"/>
                </a:lnTo>
                <a:close/>
              </a:path>
            </a:pathLst>
          </a:custGeom>
          <a:solidFill>
            <a:srgbClr val="E89E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p>
        </p:txBody>
      </p:sp>
      <p:cxnSp>
        <p:nvCxnSpPr>
          <p:cNvPr id="6" name="直接连接符 5"/>
          <p:cNvCxnSpPr/>
          <p:nvPr userDrawn="1"/>
        </p:nvCxnSpPr>
        <p:spPr>
          <a:xfrm flipV="1">
            <a:off x="5013503" y="2190063"/>
            <a:ext cx="0" cy="1997354"/>
          </a:xfrm>
          <a:prstGeom prst="line">
            <a:avLst/>
          </a:prstGeom>
        </p:spPr>
        <p:style>
          <a:lnRef idx="3">
            <a:schemeClr val="accent1"/>
          </a:lnRef>
          <a:fillRef idx="0">
            <a:schemeClr val="accent1"/>
          </a:fillRef>
          <a:effectRef idx="2">
            <a:schemeClr val="accent1"/>
          </a:effectRef>
          <a:fontRef idx="minor">
            <a:schemeClr val="tx1"/>
          </a:fontRef>
        </p:style>
      </p:cxnSp>
      <p:grpSp>
        <p:nvGrpSpPr>
          <p:cNvPr id="8" name="组合 7"/>
          <p:cNvGrpSpPr/>
          <p:nvPr userDrawn="1"/>
        </p:nvGrpSpPr>
        <p:grpSpPr>
          <a:xfrm>
            <a:off x="3042969" y="2258053"/>
            <a:ext cx="1476644" cy="1476644"/>
            <a:chOff x="304800" y="673100"/>
            <a:chExt cx="4000500" cy="4000500"/>
          </a:xfrm>
          <a:effectLst>
            <a:outerShdw blurRad="444500" dist="254000" dir="8100000" algn="tr" rotWithShape="0">
              <a:prstClr val="black">
                <a:alpha val="50000"/>
              </a:prstClr>
            </a:outerShdw>
          </a:effectLst>
        </p:grpSpPr>
        <p:sp>
          <p:nvSpPr>
            <p:cNvPr id="9" name="同心圆 8"/>
            <p:cNvSpPr/>
            <p:nvPr/>
          </p:nvSpPr>
          <p:spPr>
            <a:xfrm>
              <a:off x="304800" y="673100"/>
              <a:ext cx="4000500" cy="4000500"/>
            </a:xfrm>
            <a:prstGeom prst="donut">
              <a:avLst>
                <a:gd name="adj" fmla="val 4879"/>
              </a:avLst>
            </a:prstGeom>
            <a:gradFill>
              <a:gsLst>
                <a:gs pos="0">
                  <a:schemeClr val="bg1"/>
                </a:gs>
                <a:gs pos="55000">
                  <a:schemeClr val="bg1">
                    <a:lumMod val="95000"/>
                  </a:schemeClr>
                </a:gs>
                <a:gs pos="100000">
                  <a:schemeClr val="bg1">
                    <a:lumMod val="65000"/>
                  </a:schemeClr>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080808"/>
                </a:solidFill>
                <a:latin typeface="+mj-ea"/>
                <a:ea typeface="+mj-ea"/>
              </a:endParaRPr>
            </a:p>
          </p:txBody>
        </p:sp>
        <p:sp>
          <p:nvSpPr>
            <p:cNvPr id="10" name="椭圆 9"/>
            <p:cNvSpPr/>
            <p:nvPr userDrawn="1"/>
          </p:nvSpPr>
          <p:spPr>
            <a:xfrm>
              <a:off x="392112" y="760412"/>
              <a:ext cx="3825874" cy="3825874"/>
            </a:xfrm>
            <a:prstGeom prst="ellipse">
              <a:avLst/>
            </a:prstGeom>
            <a:gradFill>
              <a:gsLst>
                <a:gs pos="0">
                  <a:schemeClr val="bg1"/>
                </a:gs>
                <a:gs pos="51000">
                  <a:schemeClr val="bg1">
                    <a:lumMod val="95000"/>
                  </a:schemeClr>
                </a:gs>
                <a:gs pos="100000">
                  <a:schemeClr val="bg1">
                    <a:lumMod val="75000"/>
                  </a:schemeClr>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080808"/>
                </a:solidFill>
                <a:latin typeface="+mj-ea"/>
                <a:ea typeface="+mj-ea"/>
              </a:endParaRPr>
            </a:p>
          </p:txBody>
        </p:sp>
      </p:grpSp>
      <p:pic>
        <p:nvPicPr>
          <p:cNvPr id="12" name="Picture 8"/>
          <p:cNvPicPr>
            <a:picLocks noChangeAspect="1" noChangeArrowheads="1"/>
          </p:cNvPicPr>
          <p:nvPr userDrawn="1"/>
        </p:nvPicPr>
        <p:blipFill>
          <a:blip r:embed="rId2" cstate="print"/>
          <a:srcRect/>
          <a:stretch>
            <a:fillRect/>
          </a:stretch>
        </p:blipFill>
        <p:spPr bwMode="auto">
          <a:xfrm>
            <a:off x="9903455" y="349038"/>
            <a:ext cx="1569142" cy="399560"/>
          </a:xfrm>
          <a:prstGeom prst="rect">
            <a:avLst/>
          </a:prstGeom>
          <a:noFill/>
          <a:ln w="9525">
            <a:noFill/>
            <a:miter lim="800000"/>
            <a:headEnd/>
            <a:tailEnd/>
          </a:ln>
        </p:spPr>
      </p:pic>
      <p:sp>
        <p:nvSpPr>
          <p:cNvPr id="11" name="任意多边形 10"/>
          <p:cNvSpPr/>
          <p:nvPr userDrawn="1"/>
        </p:nvSpPr>
        <p:spPr>
          <a:xfrm rot="10800000" flipH="1">
            <a:off x="1" y="-4"/>
            <a:ext cx="2657474" cy="1752604"/>
          </a:xfrm>
          <a:custGeom>
            <a:avLst/>
            <a:gdLst>
              <a:gd name="connsiteX0" fmla="*/ 0 w 6907593"/>
              <a:gd name="connsiteY0" fmla="*/ 0 h 1776503"/>
              <a:gd name="connsiteX1" fmla="*/ 6907593 w 6907593"/>
              <a:gd name="connsiteY1" fmla="*/ 1776503 h 1776503"/>
              <a:gd name="connsiteX2" fmla="*/ 0 w 6907593"/>
              <a:gd name="connsiteY2" fmla="*/ 1776503 h 1776503"/>
              <a:gd name="connsiteX0-1" fmla="*/ 0 w 6907593"/>
              <a:gd name="connsiteY0-2" fmla="*/ 0 h 1776503"/>
              <a:gd name="connsiteX1-3" fmla="*/ 6907593 w 6907593"/>
              <a:gd name="connsiteY1-4" fmla="*/ 1776503 h 1776503"/>
              <a:gd name="connsiteX2-5" fmla="*/ 0 w 6907593"/>
              <a:gd name="connsiteY2-6" fmla="*/ 1776503 h 1776503"/>
              <a:gd name="connsiteX3" fmla="*/ 0 w 6907593"/>
              <a:gd name="connsiteY3" fmla="*/ 0 h 1776503"/>
              <a:gd name="connsiteX0-7" fmla="*/ 0 w 6907593"/>
              <a:gd name="connsiteY0-8" fmla="*/ 0 h 1776503"/>
              <a:gd name="connsiteX1-9" fmla="*/ 6907593 w 6907593"/>
              <a:gd name="connsiteY1-10" fmla="*/ 1776503 h 1776503"/>
              <a:gd name="connsiteX2-11" fmla="*/ 0 w 6907593"/>
              <a:gd name="connsiteY2-12" fmla="*/ 1776503 h 1776503"/>
              <a:gd name="connsiteX3-13" fmla="*/ 0 w 6907593"/>
              <a:gd name="connsiteY3-14" fmla="*/ 0 h 1776503"/>
            </a:gdLst>
            <a:ahLst/>
            <a:cxnLst>
              <a:cxn ang="0">
                <a:pos x="connsiteX0-1" y="connsiteY0-2"/>
              </a:cxn>
              <a:cxn ang="0">
                <a:pos x="connsiteX1-3" y="connsiteY1-4"/>
              </a:cxn>
              <a:cxn ang="0">
                <a:pos x="connsiteX2-5" y="connsiteY2-6"/>
              </a:cxn>
              <a:cxn ang="0">
                <a:pos x="connsiteX3-13" y="connsiteY3-14"/>
              </a:cxn>
            </a:cxnLst>
            <a:rect l="l" t="t" r="r" b="b"/>
            <a:pathLst>
              <a:path w="6907593" h="1776503">
                <a:moveTo>
                  <a:pt x="0" y="0"/>
                </a:moveTo>
                <a:cubicBezTo>
                  <a:pt x="1979235" y="1345282"/>
                  <a:pt x="4428718" y="1766287"/>
                  <a:pt x="6907593" y="1776503"/>
                </a:cubicBezTo>
                <a:lnTo>
                  <a:pt x="0" y="1776503"/>
                </a:lnTo>
                <a:lnTo>
                  <a:pt x="0" y="0"/>
                </a:lnTo>
                <a:close/>
              </a:path>
            </a:pathLst>
          </a:custGeom>
          <a:solidFill>
            <a:schemeClr val="bg1">
              <a:lumMod val="5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p>
        </p:txBody>
      </p:sp>
    </p:spTree>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新年快乐">
    <p:bg>
      <p:bgPr>
        <a:solidFill>
          <a:srgbClr val="FFFFFF"/>
        </a:solidFill>
        <a:effectLst/>
      </p:bgPr>
    </p:bg>
    <p:spTree>
      <p:nvGrpSpPr>
        <p:cNvPr id="1" name=""/>
        <p:cNvGrpSpPr/>
        <p:nvPr/>
      </p:nvGrpSpPr>
      <p:grpSpPr>
        <a:xfrm>
          <a:off x="0" y="0"/>
          <a:ext cx="0" cy="0"/>
          <a:chOff x="0" y="0"/>
          <a:chExt cx="0" cy="0"/>
        </a:xfrm>
      </p:grpSpPr>
      <p:pic>
        <p:nvPicPr>
          <p:cNvPr id="5" name="图片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232151"/>
            <a:ext cx="2395959" cy="1564128"/>
          </a:xfrm>
          <a:prstGeom prst="rect">
            <a:avLst/>
          </a:prstGeom>
        </p:spPr>
      </p:pic>
      <p:pic>
        <p:nvPicPr>
          <p:cNvPr id="13" name="Picture 8"/>
          <p:cNvPicPr>
            <a:picLocks noChangeAspect="1" noChangeArrowheads="1"/>
          </p:cNvPicPr>
          <p:nvPr userDrawn="1"/>
        </p:nvPicPr>
        <p:blipFill>
          <a:blip r:embed="rId3" cstate="print"/>
          <a:srcRect/>
          <a:stretch>
            <a:fillRect/>
          </a:stretch>
        </p:blipFill>
        <p:spPr bwMode="auto">
          <a:xfrm>
            <a:off x="9903455" y="349038"/>
            <a:ext cx="1569142" cy="399560"/>
          </a:xfrm>
          <a:prstGeom prst="rect">
            <a:avLst/>
          </a:prstGeom>
          <a:noFill/>
          <a:ln w="9525">
            <a:noFill/>
            <a:miter lim="800000"/>
            <a:headEnd/>
            <a:tailEnd/>
          </a:ln>
        </p:spPr>
      </p:pic>
      <p:sp>
        <p:nvSpPr>
          <p:cNvPr id="14" name="任意多边形 13"/>
          <p:cNvSpPr/>
          <p:nvPr userDrawn="1"/>
        </p:nvSpPr>
        <p:spPr>
          <a:xfrm>
            <a:off x="0" y="4438650"/>
            <a:ext cx="12188991" cy="2426627"/>
          </a:xfrm>
          <a:custGeom>
            <a:avLst/>
            <a:gdLst>
              <a:gd name="connsiteX0" fmla="*/ 0 w 6907593"/>
              <a:gd name="connsiteY0" fmla="*/ 0 h 1776503"/>
              <a:gd name="connsiteX1" fmla="*/ 6907593 w 6907593"/>
              <a:gd name="connsiteY1" fmla="*/ 1776503 h 1776503"/>
              <a:gd name="connsiteX2" fmla="*/ 0 w 6907593"/>
              <a:gd name="connsiteY2" fmla="*/ 1776503 h 1776503"/>
              <a:gd name="connsiteX0-1" fmla="*/ 0 w 6907593"/>
              <a:gd name="connsiteY0-2" fmla="*/ 0 h 1776503"/>
              <a:gd name="connsiteX1-3" fmla="*/ 6907593 w 6907593"/>
              <a:gd name="connsiteY1-4" fmla="*/ 1776503 h 1776503"/>
              <a:gd name="connsiteX2-5" fmla="*/ 0 w 6907593"/>
              <a:gd name="connsiteY2-6" fmla="*/ 1776503 h 1776503"/>
              <a:gd name="connsiteX3" fmla="*/ 0 w 6907593"/>
              <a:gd name="connsiteY3" fmla="*/ 0 h 1776503"/>
              <a:gd name="connsiteX0-7" fmla="*/ 0 w 6907593"/>
              <a:gd name="connsiteY0-8" fmla="*/ 0 h 1776503"/>
              <a:gd name="connsiteX1-9" fmla="*/ 6907593 w 6907593"/>
              <a:gd name="connsiteY1-10" fmla="*/ 1776503 h 1776503"/>
              <a:gd name="connsiteX2-11" fmla="*/ 0 w 6907593"/>
              <a:gd name="connsiteY2-12" fmla="*/ 1776503 h 1776503"/>
              <a:gd name="connsiteX3-13" fmla="*/ 0 w 6907593"/>
              <a:gd name="connsiteY3-14" fmla="*/ 0 h 1776503"/>
              <a:gd name="connsiteX0-15" fmla="*/ 0 w 6907593"/>
              <a:gd name="connsiteY0-16" fmla="*/ 0 h 1776503"/>
              <a:gd name="connsiteX1-17" fmla="*/ 6907593 w 6907593"/>
              <a:gd name="connsiteY1-18" fmla="*/ 1776503 h 1776503"/>
              <a:gd name="connsiteX2-19" fmla="*/ 0 w 6907593"/>
              <a:gd name="connsiteY2-20" fmla="*/ 1776503 h 1776503"/>
              <a:gd name="connsiteX3-21" fmla="*/ 0 w 6907593"/>
              <a:gd name="connsiteY3-22" fmla="*/ 0 h 1776503"/>
            </a:gdLst>
            <a:ahLst/>
            <a:cxnLst>
              <a:cxn ang="0">
                <a:pos x="connsiteX0-1" y="connsiteY0-2"/>
              </a:cxn>
              <a:cxn ang="0">
                <a:pos x="connsiteX1-3" y="connsiteY1-4"/>
              </a:cxn>
              <a:cxn ang="0">
                <a:pos x="connsiteX2-5" y="connsiteY2-6"/>
              </a:cxn>
              <a:cxn ang="0">
                <a:pos x="connsiteX3-13" y="connsiteY3-14"/>
              </a:cxn>
            </a:cxnLst>
            <a:rect l="l" t="t" r="r" b="b"/>
            <a:pathLst>
              <a:path w="6907593" h="1776503">
                <a:moveTo>
                  <a:pt x="0" y="0"/>
                </a:moveTo>
                <a:cubicBezTo>
                  <a:pt x="2091413" y="1639688"/>
                  <a:pt x="4374752" y="1587227"/>
                  <a:pt x="6907593" y="1776503"/>
                </a:cubicBezTo>
                <a:lnTo>
                  <a:pt x="0" y="1776503"/>
                </a:lnTo>
                <a:lnTo>
                  <a:pt x="0" y="0"/>
                </a:lnTo>
                <a:close/>
              </a:path>
            </a:pathLst>
          </a:custGeom>
          <a:solidFill>
            <a:srgbClr val="D61621">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p>
        </p:txBody>
      </p:sp>
      <p:sp>
        <p:nvSpPr>
          <p:cNvPr id="15" name="任意多边形 14"/>
          <p:cNvSpPr/>
          <p:nvPr userDrawn="1"/>
        </p:nvSpPr>
        <p:spPr>
          <a:xfrm flipH="1">
            <a:off x="6229348" y="5057775"/>
            <a:ext cx="5969693" cy="1807736"/>
          </a:xfrm>
          <a:custGeom>
            <a:avLst/>
            <a:gdLst>
              <a:gd name="connsiteX0" fmla="*/ 0 w 6907593"/>
              <a:gd name="connsiteY0" fmla="*/ 0 h 1776503"/>
              <a:gd name="connsiteX1" fmla="*/ 6907593 w 6907593"/>
              <a:gd name="connsiteY1" fmla="*/ 1776503 h 1776503"/>
              <a:gd name="connsiteX2" fmla="*/ 0 w 6907593"/>
              <a:gd name="connsiteY2" fmla="*/ 1776503 h 1776503"/>
              <a:gd name="connsiteX0-1" fmla="*/ 0 w 6907593"/>
              <a:gd name="connsiteY0-2" fmla="*/ 0 h 1776503"/>
              <a:gd name="connsiteX1-3" fmla="*/ 6907593 w 6907593"/>
              <a:gd name="connsiteY1-4" fmla="*/ 1776503 h 1776503"/>
              <a:gd name="connsiteX2-5" fmla="*/ 0 w 6907593"/>
              <a:gd name="connsiteY2-6" fmla="*/ 1776503 h 1776503"/>
              <a:gd name="connsiteX3" fmla="*/ 0 w 6907593"/>
              <a:gd name="connsiteY3" fmla="*/ 0 h 1776503"/>
              <a:gd name="connsiteX0-7" fmla="*/ 0 w 6907593"/>
              <a:gd name="connsiteY0-8" fmla="*/ 0 h 1776503"/>
              <a:gd name="connsiteX1-9" fmla="*/ 6907593 w 6907593"/>
              <a:gd name="connsiteY1-10" fmla="*/ 1776503 h 1776503"/>
              <a:gd name="connsiteX2-11" fmla="*/ 0 w 6907593"/>
              <a:gd name="connsiteY2-12" fmla="*/ 1776503 h 1776503"/>
              <a:gd name="connsiteX3-13" fmla="*/ 0 w 6907593"/>
              <a:gd name="connsiteY3-14" fmla="*/ 0 h 1776503"/>
            </a:gdLst>
            <a:ahLst/>
            <a:cxnLst>
              <a:cxn ang="0">
                <a:pos x="connsiteX0-1" y="connsiteY0-2"/>
              </a:cxn>
              <a:cxn ang="0">
                <a:pos x="connsiteX1-3" y="connsiteY1-4"/>
              </a:cxn>
              <a:cxn ang="0">
                <a:pos x="connsiteX2-5" y="connsiteY2-6"/>
              </a:cxn>
              <a:cxn ang="0">
                <a:pos x="connsiteX3-13" y="connsiteY3-14"/>
              </a:cxn>
            </a:cxnLst>
            <a:rect l="l" t="t" r="r" b="b"/>
            <a:pathLst>
              <a:path w="6907593" h="1776503">
                <a:moveTo>
                  <a:pt x="0" y="0"/>
                </a:moveTo>
                <a:cubicBezTo>
                  <a:pt x="1979235" y="1345282"/>
                  <a:pt x="4428718" y="1766287"/>
                  <a:pt x="6907593" y="1776503"/>
                </a:cubicBezTo>
                <a:lnTo>
                  <a:pt x="0" y="1776503"/>
                </a:lnTo>
                <a:lnTo>
                  <a:pt x="0" y="0"/>
                </a:lnTo>
                <a:close/>
              </a:path>
            </a:pathLst>
          </a:custGeom>
          <a:solidFill>
            <a:srgbClr val="E2C718">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p>
        </p:txBody>
      </p:sp>
      <p:pic>
        <p:nvPicPr>
          <p:cNvPr id="21" name="图片 20"/>
          <p:cNvPicPr>
            <a:picLocks noChangeAspect="1"/>
          </p:cNvPicPr>
          <p:nvPr userDrawn="1"/>
        </p:nvPicPr>
        <p:blipFill>
          <a:blip r:embed="rId4"/>
          <a:stretch>
            <a:fillRect/>
          </a:stretch>
        </p:blipFill>
        <p:spPr>
          <a:xfrm>
            <a:off x="10251064" y="748598"/>
            <a:ext cx="1221533" cy="4509726"/>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正文">
    <p:spTree>
      <p:nvGrpSpPr>
        <p:cNvPr id="1" name=""/>
        <p:cNvGrpSpPr/>
        <p:nvPr/>
      </p:nvGrpSpPr>
      <p:grpSpPr>
        <a:xfrm>
          <a:off x="0" y="0"/>
          <a:ext cx="0" cy="0"/>
          <a:chOff x="0" y="0"/>
          <a:chExt cx="0" cy="0"/>
        </a:xfrm>
      </p:grpSpPr>
      <p:cxnSp>
        <p:nvCxnSpPr>
          <p:cNvPr id="7" name="直接连接符 6"/>
          <p:cNvCxnSpPr/>
          <p:nvPr userDrawn="1"/>
        </p:nvCxnSpPr>
        <p:spPr>
          <a:xfrm>
            <a:off x="1007435" y="833864"/>
            <a:ext cx="10465162"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nvGrpSpPr>
          <p:cNvPr id="8" name="组合 7"/>
          <p:cNvGrpSpPr/>
          <p:nvPr userDrawn="1"/>
        </p:nvGrpSpPr>
        <p:grpSpPr>
          <a:xfrm>
            <a:off x="335360" y="277337"/>
            <a:ext cx="576064" cy="559375"/>
            <a:chOff x="298460" y="987574"/>
            <a:chExt cx="288032" cy="279687"/>
          </a:xfrm>
        </p:grpSpPr>
        <p:sp>
          <p:nvSpPr>
            <p:cNvPr id="9" name="矩形 8"/>
            <p:cNvSpPr/>
            <p:nvPr/>
          </p:nvSpPr>
          <p:spPr>
            <a:xfrm>
              <a:off x="298460" y="987574"/>
              <a:ext cx="216024" cy="216024"/>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
            </a:p>
          </p:txBody>
        </p:sp>
        <p:sp>
          <p:nvSpPr>
            <p:cNvPr id="10" name="矩形 9"/>
            <p:cNvSpPr/>
            <p:nvPr/>
          </p:nvSpPr>
          <p:spPr>
            <a:xfrm>
              <a:off x="406472" y="1087241"/>
              <a:ext cx="180020" cy="180020"/>
            </a:xfrm>
            <a:prstGeom prst="rect">
              <a:avLst/>
            </a:prstGeom>
            <a:solidFill>
              <a:srgbClr val="E89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
            </a:p>
          </p:txBody>
        </p:sp>
      </p:grpSp>
      <p:pic>
        <p:nvPicPr>
          <p:cNvPr id="11" name="Picture 8"/>
          <p:cNvPicPr>
            <a:picLocks noChangeAspect="1" noChangeArrowheads="1"/>
          </p:cNvPicPr>
          <p:nvPr userDrawn="1"/>
        </p:nvPicPr>
        <p:blipFill>
          <a:blip r:embed="rId2" cstate="print"/>
          <a:srcRect/>
          <a:stretch>
            <a:fillRect/>
          </a:stretch>
        </p:blipFill>
        <p:spPr bwMode="auto">
          <a:xfrm>
            <a:off x="9903455" y="349038"/>
            <a:ext cx="1569142" cy="399560"/>
          </a:xfrm>
          <a:prstGeom prst="rect">
            <a:avLst/>
          </a:prstGeom>
          <a:noFill/>
          <a:ln w="9525">
            <a:noFill/>
            <a:miter lim="800000"/>
            <a:headEnd/>
            <a:tailEnd/>
          </a:ln>
        </p:spPr>
      </p:pic>
      <p:sp>
        <p:nvSpPr>
          <p:cNvPr id="3" name="直角三角形 2"/>
          <p:cNvSpPr/>
          <p:nvPr userDrawn="1"/>
        </p:nvSpPr>
        <p:spPr>
          <a:xfrm rot="10800000">
            <a:off x="84662" y="-2"/>
            <a:ext cx="12107337" cy="349040"/>
          </a:xfrm>
          <a:prstGeom prst="rtTriangle">
            <a:avLst/>
          </a:prstGeom>
          <a:gradFill flip="none" rotWithShape="1">
            <a:gsLst>
              <a:gs pos="0">
                <a:srgbClr val="5CC1EA">
                  <a:shade val="30000"/>
                  <a:satMod val="115000"/>
                  <a:alpha val="31000"/>
                </a:srgbClr>
              </a:gs>
              <a:gs pos="50000">
                <a:srgbClr val="5CC1EA">
                  <a:shade val="67500"/>
                  <a:satMod val="115000"/>
                </a:srgbClr>
              </a:gs>
              <a:gs pos="100000">
                <a:srgbClr val="5CC1EA">
                  <a:shade val="100000"/>
                  <a:satMod val="115000"/>
                </a:srgb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直角三角形 13"/>
          <p:cNvSpPr/>
          <p:nvPr userDrawn="1"/>
        </p:nvSpPr>
        <p:spPr>
          <a:xfrm>
            <a:off x="0" y="6417733"/>
            <a:ext cx="12107336" cy="440267"/>
          </a:xfrm>
          <a:prstGeom prst="rtTriangle">
            <a:avLst/>
          </a:prstGeom>
          <a:gradFill flip="none" rotWithShape="1">
            <a:gsLst>
              <a:gs pos="0">
                <a:schemeClr val="accent4">
                  <a:lumMod val="0"/>
                  <a:lumOff val="100000"/>
                </a:schemeClr>
              </a:gs>
              <a:gs pos="0">
                <a:schemeClr val="accent4">
                  <a:lumMod val="0"/>
                  <a:lumOff val="100000"/>
                </a:schemeClr>
              </a:gs>
              <a:gs pos="39000">
                <a:schemeClr val="accent4">
                  <a:lumMod val="10000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封面">
    <p:bg>
      <p:bgPr>
        <a:solidFill>
          <a:schemeClr val="bg1"/>
        </a:solidFill>
        <a:effectLst/>
      </p:bgPr>
    </p:bg>
    <p:spTree>
      <p:nvGrpSpPr>
        <p:cNvPr id="1" name=""/>
        <p:cNvGrpSpPr/>
        <p:nvPr/>
      </p:nvGrpSpPr>
      <p:grpSpPr>
        <a:xfrm>
          <a:off x="0" y="0"/>
          <a:ext cx="0" cy="0"/>
          <a:chOff x="0" y="0"/>
          <a:chExt cx="0" cy="0"/>
        </a:xfrm>
      </p:grpSpPr>
      <p:sp>
        <p:nvSpPr>
          <p:cNvPr id="24" name="任意多边形 23"/>
          <p:cNvSpPr/>
          <p:nvPr userDrawn="1"/>
        </p:nvSpPr>
        <p:spPr>
          <a:xfrm rot="10800000" flipH="1">
            <a:off x="-3" y="-2"/>
            <a:ext cx="4563538" cy="2514602"/>
          </a:xfrm>
          <a:custGeom>
            <a:avLst/>
            <a:gdLst>
              <a:gd name="connsiteX0" fmla="*/ 0 w 6907593"/>
              <a:gd name="connsiteY0" fmla="*/ 0 h 1776503"/>
              <a:gd name="connsiteX1" fmla="*/ 6907593 w 6907593"/>
              <a:gd name="connsiteY1" fmla="*/ 1776503 h 1776503"/>
              <a:gd name="connsiteX2" fmla="*/ 0 w 6907593"/>
              <a:gd name="connsiteY2" fmla="*/ 1776503 h 1776503"/>
            </a:gdLst>
            <a:ahLst/>
            <a:cxnLst>
              <a:cxn ang="0">
                <a:pos x="connsiteX0" y="connsiteY0"/>
              </a:cxn>
              <a:cxn ang="0">
                <a:pos x="connsiteX1" y="connsiteY1"/>
              </a:cxn>
              <a:cxn ang="0">
                <a:pos x="connsiteX2" y="connsiteY2"/>
              </a:cxn>
            </a:cxnLst>
            <a:rect l="l" t="t" r="r" b="b"/>
            <a:pathLst>
              <a:path w="6907593" h="1776503">
                <a:moveTo>
                  <a:pt x="0" y="0"/>
                </a:moveTo>
                <a:lnTo>
                  <a:pt x="6907593" y="1776503"/>
                </a:lnTo>
                <a:lnTo>
                  <a:pt x="0" y="1776503"/>
                </a:lnTo>
                <a:close/>
              </a:path>
            </a:pathLst>
          </a:custGeom>
          <a:solidFill>
            <a:srgbClr val="E89E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solidFill>
                <a:prstClr val="white"/>
              </a:solidFill>
            </a:endParaRPr>
          </a:p>
        </p:txBody>
      </p:sp>
      <p:sp>
        <p:nvSpPr>
          <p:cNvPr id="8" name="任意多边形 7"/>
          <p:cNvSpPr/>
          <p:nvPr userDrawn="1"/>
        </p:nvSpPr>
        <p:spPr>
          <a:xfrm rot="5400000">
            <a:off x="3805768" y="-3805763"/>
            <a:ext cx="1168396" cy="8779937"/>
          </a:xfrm>
          <a:custGeom>
            <a:avLst/>
            <a:gdLst>
              <a:gd name="connsiteX0" fmla="*/ 0 w 6907593"/>
              <a:gd name="connsiteY0" fmla="*/ 0 h 1776503"/>
              <a:gd name="connsiteX1" fmla="*/ 6907593 w 6907593"/>
              <a:gd name="connsiteY1" fmla="*/ 1776503 h 1776503"/>
              <a:gd name="connsiteX2" fmla="*/ 0 w 6907593"/>
              <a:gd name="connsiteY2" fmla="*/ 1776503 h 1776503"/>
            </a:gdLst>
            <a:ahLst/>
            <a:cxnLst>
              <a:cxn ang="0">
                <a:pos x="connsiteX0" y="connsiteY0"/>
              </a:cxn>
              <a:cxn ang="0">
                <a:pos x="connsiteX1" y="connsiteY1"/>
              </a:cxn>
              <a:cxn ang="0">
                <a:pos x="connsiteX2" y="connsiteY2"/>
              </a:cxn>
            </a:cxnLst>
            <a:rect l="l" t="t" r="r" b="b"/>
            <a:pathLst>
              <a:path w="6907593" h="1776503">
                <a:moveTo>
                  <a:pt x="0" y="0"/>
                </a:moveTo>
                <a:lnTo>
                  <a:pt x="6907593" y="1776503"/>
                </a:lnTo>
                <a:lnTo>
                  <a:pt x="0" y="1776503"/>
                </a:lnTo>
                <a:close/>
              </a:path>
            </a:pathLst>
          </a:custGeom>
          <a:solidFill>
            <a:srgbClr val="157DA8">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solidFill>
                <a:prstClr val="white"/>
              </a:solidFill>
            </a:endParaRPr>
          </a:p>
        </p:txBody>
      </p:sp>
      <p:sp>
        <p:nvSpPr>
          <p:cNvPr id="10" name="任意多边形 9"/>
          <p:cNvSpPr/>
          <p:nvPr userDrawn="1"/>
        </p:nvSpPr>
        <p:spPr>
          <a:xfrm rot="5400000">
            <a:off x="1697568" y="-1697564"/>
            <a:ext cx="1168399" cy="4563535"/>
          </a:xfrm>
          <a:custGeom>
            <a:avLst/>
            <a:gdLst>
              <a:gd name="connsiteX0" fmla="*/ 0 w 6907593"/>
              <a:gd name="connsiteY0" fmla="*/ 0 h 1776503"/>
              <a:gd name="connsiteX1" fmla="*/ 6907593 w 6907593"/>
              <a:gd name="connsiteY1" fmla="*/ 1776503 h 1776503"/>
              <a:gd name="connsiteX2" fmla="*/ 0 w 6907593"/>
              <a:gd name="connsiteY2" fmla="*/ 1776503 h 1776503"/>
            </a:gdLst>
            <a:ahLst/>
            <a:cxnLst>
              <a:cxn ang="0">
                <a:pos x="connsiteX0" y="connsiteY0"/>
              </a:cxn>
              <a:cxn ang="0">
                <a:pos x="connsiteX1" y="connsiteY1"/>
              </a:cxn>
              <a:cxn ang="0">
                <a:pos x="connsiteX2" y="connsiteY2"/>
              </a:cxn>
            </a:cxnLst>
            <a:rect l="l" t="t" r="r" b="b"/>
            <a:pathLst>
              <a:path w="6907593" h="1776503">
                <a:moveTo>
                  <a:pt x="0" y="0"/>
                </a:moveTo>
                <a:lnTo>
                  <a:pt x="6907593" y="1776503"/>
                </a:lnTo>
                <a:lnTo>
                  <a:pt x="0" y="177650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solidFill>
                <a:prstClr val="white"/>
              </a:solidFill>
            </a:endParaRPr>
          </a:p>
        </p:txBody>
      </p:sp>
      <p:sp>
        <p:nvSpPr>
          <p:cNvPr id="11" name="任意多边形 10"/>
          <p:cNvSpPr/>
          <p:nvPr userDrawn="1"/>
        </p:nvSpPr>
        <p:spPr>
          <a:xfrm rot="5400000">
            <a:off x="1127283" y="-1127283"/>
            <a:ext cx="827303" cy="3081870"/>
          </a:xfrm>
          <a:custGeom>
            <a:avLst/>
            <a:gdLst>
              <a:gd name="connsiteX0" fmla="*/ 0 w 6907593"/>
              <a:gd name="connsiteY0" fmla="*/ 0 h 1776503"/>
              <a:gd name="connsiteX1" fmla="*/ 6907593 w 6907593"/>
              <a:gd name="connsiteY1" fmla="*/ 1776503 h 1776503"/>
              <a:gd name="connsiteX2" fmla="*/ 0 w 6907593"/>
              <a:gd name="connsiteY2" fmla="*/ 1776503 h 1776503"/>
            </a:gdLst>
            <a:ahLst/>
            <a:cxnLst>
              <a:cxn ang="0">
                <a:pos x="connsiteX0" y="connsiteY0"/>
              </a:cxn>
              <a:cxn ang="0">
                <a:pos x="connsiteX1" y="connsiteY1"/>
              </a:cxn>
              <a:cxn ang="0">
                <a:pos x="connsiteX2" y="connsiteY2"/>
              </a:cxn>
            </a:cxnLst>
            <a:rect l="l" t="t" r="r" b="b"/>
            <a:pathLst>
              <a:path w="6907593" h="1776503">
                <a:moveTo>
                  <a:pt x="0" y="0"/>
                </a:moveTo>
                <a:lnTo>
                  <a:pt x="6907593" y="1776503"/>
                </a:lnTo>
                <a:lnTo>
                  <a:pt x="0" y="1776503"/>
                </a:lnTo>
                <a:close/>
              </a:path>
            </a:pathLst>
          </a:custGeom>
          <a:solidFill>
            <a:schemeClr val="bg1">
              <a:lumMod val="5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solidFill>
                <a:prstClr val="white"/>
              </a:solidFill>
            </a:endParaRPr>
          </a:p>
        </p:txBody>
      </p:sp>
      <p:grpSp>
        <p:nvGrpSpPr>
          <p:cNvPr id="3" name="组合 2"/>
          <p:cNvGrpSpPr/>
          <p:nvPr userDrawn="1"/>
        </p:nvGrpSpPr>
        <p:grpSpPr>
          <a:xfrm>
            <a:off x="9239095" y="76203"/>
            <a:ext cx="3666413" cy="1775426"/>
            <a:chOff x="9196760" y="0"/>
            <a:chExt cx="3666413" cy="1775426"/>
          </a:xfrm>
        </p:grpSpPr>
        <p:pic>
          <p:nvPicPr>
            <p:cNvPr id="13" name="图片 12"/>
            <p:cNvPicPr>
              <a:picLocks noChangeAspect="1"/>
            </p:cNvPicPr>
            <p:nvPr userDrawn="1"/>
          </p:nvPicPr>
          <p:blipFill>
            <a:blip r:embed="rId2"/>
            <a:stretch>
              <a:fillRect/>
            </a:stretch>
          </p:blipFill>
          <p:spPr>
            <a:xfrm>
              <a:off x="9862065" y="307923"/>
              <a:ext cx="3001108" cy="1467503"/>
            </a:xfrm>
            <a:prstGeom prst="rect">
              <a:avLst/>
            </a:prstGeom>
          </p:spPr>
        </p:pic>
        <p:sp>
          <p:nvSpPr>
            <p:cNvPr id="14" name="文本框 13"/>
            <p:cNvSpPr txBox="1"/>
            <p:nvPr/>
          </p:nvSpPr>
          <p:spPr>
            <a:xfrm>
              <a:off x="9196760" y="0"/>
              <a:ext cx="2995240" cy="646331"/>
            </a:xfrm>
            <a:prstGeom prst="rect">
              <a:avLst/>
            </a:prstGeom>
            <a:noFill/>
          </p:spPr>
          <p:txBody>
            <a:bodyPr wrap="square" rtlCol="0">
              <a:spAutoFit/>
            </a:bodyPr>
            <a:lstStyle/>
            <a:p>
              <a:pPr algn="ctr"/>
              <a:r>
                <a:rPr lang="zh-CN" altLang="en-US" dirty="0" smtClean="0">
                  <a:solidFill>
                    <a:prstClr val="black"/>
                  </a:solidFill>
                  <a:latin typeface="华文新魏" panose="02010800040101010101" pitchFamily="2" charset="-122"/>
                  <a:ea typeface="华文新魏" panose="02010800040101010101" pitchFamily="2" charset="-122"/>
                </a:rPr>
                <a:t>上海交通大学工程训练中心</a:t>
              </a:r>
              <a:endParaRPr lang="en-US" altLang="zh-CN" dirty="0" smtClean="0">
                <a:solidFill>
                  <a:prstClr val="black"/>
                </a:solidFill>
                <a:latin typeface="华文新魏" panose="02010800040101010101" pitchFamily="2" charset="-122"/>
                <a:ea typeface="华文新魏" panose="02010800040101010101" pitchFamily="2" charset="-122"/>
              </a:endParaRPr>
            </a:p>
            <a:p>
              <a:pPr algn="ctr"/>
              <a:r>
                <a:rPr lang="zh-CN" altLang="en-US" dirty="0" smtClean="0">
                  <a:solidFill>
                    <a:prstClr val="black"/>
                  </a:solidFill>
                  <a:latin typeface="华文新魏" panose="02010800040101010101" pitchFamily="2" charset="-122"/>
                  <a:ea typeface="华文新魏" panose="02010800040101010101" pitchFamily="2" charset="-122"/>
                </a:rPr>
                <a:t>上海仪酷智能科技有限公司</a:t>
              </a:r>
              <a:endParaRPr lang="en-US" altLang="zh-CN" dirty="0" smtClean="0">
                <a:solidFill>
                  <a:prstClr val="black"/>
                </a:solidFill>
                <a:latin typeface="华文新魏" panose="02010800040101010101" pitchFamily="2" charset="-122"/>
                <a:ea typeface="华文新魏" panose="02010800040101010101" pitchFamily="2" charset="-122"/>
              </a:endParaRPr>
            </a:p>
          </p:txBody>
        </p:sp>
        <p:pic>
          <p:nvPicPr>
            <p:cNvPr id="2" name="图片 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770533" y="660321"/>
              <a:ext cx="762708" cy="762708"/>
            </a:xfrm>
            <a:prstGeom prst="rect">
              <a:avLst/>
            </a:prstGeom>
          </p:spPr>
        </p:pic>
      </p:grpSp>
      <p:grpSp>
        <p:nvGrpSpPr>
          <p:cNvPr id="62" name="组合 61"/>
          <p:cNvGrpSpPr/>
          <p:nvPr userDrawn="1"/>
        </p:nvGrpSpPr>
        <p:grpSpPr>
          <a:xfrm rot="10800000">
            <a:off x="8779935" y="4741014"/>
            <a:ext cx="3412065" cy="2116984"/>
            <a:chOff x="2810930" y="2822526"/>
            <a:chExt cx="8779937" cy="2526726"/>
          </a:xfrm>
        </p:grpSpPr>
        <p:sp>
          <p:nvSpPr>
            <p:cNvPr id="58" name="任意多边形 57"/>
            <p:cNvSpPr/>
            <p:nvPr userDrawn="1"/>
          </p:nvSpPr>
          <p:spPr>
            <a:xfrm rot="10800000" flipH="1">
              <a:off x="2810930" y="2834650"/>
              <a:ext cx="4563537" cy="2514602"/>
            </a:xfrm>
            <a:custGeom>
              <a:avLst/>
              <a:gdLst>
                <a:gd name="connsiteX0" fmla="*/ 0 w 6907593"/>
                <a:gd name="connsiteY0" fmla="*/ 0 h 1776503"/>
                <a:gd name="connsiteX1" fmla="*/ 6907593 w 6907593"/>
                <a:gd name="connsiteY1" fmla="*/ 1776503 h 1776503"/>
                <a:gd name="connsiteX2" fmla="*/ 0 w 6907593"/>
                <a:gd name="connsiteY2" fmla="*/ 1776503 h 1776503"/>
              </a:gdLst>
              <a:ahLst/>
              <a:cxnLst>
                <a:cxn ang="0">
                  <a:pos x="connsiteX0" y="connsiteY0"/>
                </a:cxn>
                <a:cxn ang="0">
                  <a:pos x="connsiteX1" y="connsiteY1"/>
                </a:cxn>
                <a:cxn ang="0">
                  <a:pos x="connsiteX2" y="connsiteY2"/>
                </a:cxn>
              </a:cxnLst>
              <a:rect l="l" t="t" r="r" b="b"/>
              <a:pathLst>
                <a:path w="6907593" h="1776503">
                  <a:moveTo>
                    <a:pt x="0" y="0"/>
                  </a:moveTo>
                  <a:lnTo>
                    <a:pt x="6907593" y="1776503"/>
                  </a:lnTo>
                  <a:lnTo>
                    <a:pt x="0" y="1776503"/>
                  </a:lnTo>
                  <a:close/>
                </a:path>
              </a:pathLst>
            </a:custGeom>
            <a:solidFill>
              <a:srgbClr val="E89E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solidFill>
                  <a:prstClr val="white"/>
                </a:solidFill>
              </a:endParaRPr>
            </a:p>
          </p:txBody>
        </p:sp>
        <p:sp>
          <p:nvSpPr>
            <p:cNvPr id="59" name="任意多边形 58"/>
            <p:cNvSpPr/>
            <p:nvPr userDrawn="1"/>
          </p:nvSpPr>
          <p:spPr>
            <a:xfrm rot="5400000">
              <a:off x="6616701" y="-983237"/>
              <a:ext cx="1168396" cy="8779937"/>
            </a:xfrm>
            <a:custGeom>
              <a:avLst/>
              <a:gdLst>
                <a:gd name="connsiteX0" fmla="*/ 0 w 6907593"/>
                <a:gd name="connsiteY0" fmla="*/ 0 h 1776503"/>
                <a:gd name="connsiteX1" fmla="*/ 6907593 w 6907593"/>
                <a:gd name="connsiteY1" fmla="*/ 1776503 h 1776503"/>
                <a:gd name="connsiteX2" fmla="*/ 0 w 6907593"/>
                <a:gd name="connsiteY2" fmla="*/ 1776503 h 1776503"/>
              </a:gdLst>
              <a:ahLst/>
              <a:cxnLst>
                <a:cxn ang="0">
                  <a:pos x="connsiteX0" y="connsiteY0"/>
                </a:cxn>
                <a:cxn ang="0">
                  <a:pos x="connsiteX1" y="connsiteY1"/>
                </a:cxn>
                <a:cxn ang="0">
                  <a:pos x="connsiteX2" y="connsiteY2"/>
                </a:cxn>
              </a:cxnLst>
              <a:rect l="l" t="t" r="r" b="b"/>
              <a:pathLst>
                <a:path w="6907593" h="1776503">
                  <a:moveTo>
                    <a:pt x="0" y="0"/>
                  </a:moveTo>
                  <a:lnTo>
                    <a:pt x="6907593" y="1776503"/>
                  </a:lnTo>
                  <a:lnTo>
                    <a:pt x="0" y="1776503"/>
                  </a:lnTo>
                  <a:close/>
                </a:path>
              </a:pathLst>
            </a:custGeom>
            <a:solidFill>
              <a:srgbClr val="157DA8">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solidFill>
                  <a:prstClr val="white"/>
                </a:solidFill>
              </a:endParaRPr>
            </a:p>
          </p:txBody>
        </p:sp>
        <p:sp>
          <p:nvSpPr>
            <p:cNvPr id="60" name="任意多边形 59"/>
            <p:cNvSpPr/>
            <p:nvPr userDrawn="1"/>
          </p:nvSpPr>
          <p:spPr>
            <a:xfrm rot="5400000">
              <a:off x="4508501" y="1124962"/>
              <a:ext cx="1168399" cy="4563535"/>
            </a:xfrm>
            <a:custGeom>
              <a:avLst/>
              <a:gdLst>
                <a:gd name="connsiteX0" fmla="*/ 0 w 6907593"/>
                <a:gd name="connsiteY0" fmla="*/ 0 h 1776503"/>
                <a:gd name="connsiteX1" fmla="*/ 6907593 w 6907593"/>
                <a:gd name="connsiteY1" fmla="*/ 1776503 h 1776503"/>
                <a:gd name="connsiteX2" fmla="*/ 0 w 6907593"/>
                <a:gd name="connsiteY2" fmla="*/ 1776503 h 1776503"/>
              </a:gdLst>
              <a:ahLst/>
              <a:cxnLst>
                <a:cxn ang="0">
                  <a:pos x="connsiteX0" y="connsiteY0"/>
                </a:cxn>
                <a:cxn ang="0">
                  <a:pos x="connsiteX1" y="connsiteY1"/>
                </a:cxn>
                <a:cxn ang="0">
                  <a:pos x="connsiteX2" y="connsiteY2"/>
                </a:cxn>
              </a:cxnLst>
              <a:rect l="l" t="t" r="r" b="b"/>
              <a:pathLst>
                <a:path w="6907593" h="1776503">
                  <a:moveTo>
                    <a:pt x="0" y="0"/>
                  </a:moveTo>
                  <a:lnTo>
                    <a:pt x="6907593" y="1776503"/>
                  </a:lnTo>
                  <a:lnTo>
                    <a:pt x="0" y="177650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solidFill>
                  <a:prstClr val="white"/>
                </a:solidFill>
              </a:endParaRPr>
            </a:p>
          </p:txBody>
        </p:sp>
        <p:sp>
          <p:nvSpPr>
            <p:cNvPr id="61" name="任意多边形 60"/>
            <p:cNvSpPr/>
            <p:nvPr userDrawn="1"/>
          </p:nvSpPr>
          <p:spPr>
            <a:xfrm rot="5400000">
              <a:off x="3938216" y="1695243"/>
              <a:ext cx="827303" cy="3081870"/>
            </a:xfrm>
            <a:custGeom>
              <a:avLst/>
              <a:gdLst>
                <a:gd name="connsiteX0" fmla="*/ 0 w 6907593"/>
                <a:gd name="connsiteY0" fmla="*/ 0 h 1776503"/>
                <a:gd name="connsiteX1" fmla="*/ 6907593 w 6907593"/>
                <a:gd name="connsiteY1" fmla="*/ 1776503 h 1776503"/>
                <a:gd name="connsiteX2" fmla="*/ 0 w 6907593"/>
                <a:gd name="connsiteY2" fmla="*/ 1776503 h 1776503"/>
              </a:gdLst>
              <a:ahLst/>
              <a:cxnLst>
                <a:cxn ang="0">
                  <a:pos x="connsiteX0" y="connsiteY0"/>
                </a:cxn>
                <a:cxn ang="0">
                  <a:pos x="connsiteX1" y="connsiteY1"/>
                </a:cxn>
                <a:cxn ang="0">
                  <a:pos x="connsiteX2" y="connsiteY2"/>
                </a:cxn>
              </a:cxnLst>
              <a:rect l="l" t="t" r="r" b="b"/>
              <a:pathLst>
                <a:path w="6907593" h="1776503">
                  <a:moveTo>
                    <a:pt x="0" y="0"/>
                  </a:moveTo>
                  <a:lnTo>
                    <a:pt x="6907593" y="1776503"/>
                  </a:lnTo>
                  <a:lnTo>
                    <a:pt x="0" y="1776503"/>
                  </a:lnTo>
                  <a:close/>
                </a:path>
              </a:pathLst>
            </a:custGeom>
            <a:solidFill>
              <a:schemeClr val="bg1">
                <a:lumMod val="5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solidFill>
                  <a:prstClr val="white"/>
                </a:solidFill>
              </a:endParaRPr>
            </a:p>
          </p:txBody>
        </p:sp>
      </p:grpSp>
    </p:spTree>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目录">
    <p:spTree>
      <p:nvGrpSpPr>
        <p:cNvPr id="1" name=""/>
        <p:cNvGrpSpPr/>
        <p:nvPr/>
      </p:nvGrpSpPr>
      <p:grpSpPr>
        <a:xfrm>
          <a:off x="0" y="0"/>
          <a:ext cx="0" cy="0"/>
          <a:chOff x="0" y="0"/>
          <a:chExt cx="0" cy="0"/>
        </a:xfrm>
      </p:grpSpPr>
      <p:sp>
        <p:nvSpPr>
          <p:cNvPr id="3" name="MH_Others_1"/>
          <p:cNvSpPr/>
          <p:nvPr userDrawn="1">
            <p:custDataLst>
              <p:tags r:id="rId2"/>
            </p:custDataLst>
          </p:nvPr>
        </p:nvSpPr>
        <p:spPr>
          <a:xfrm>
            <a:off x="10312400" y="449"/>
            <a:ext cx="1879600" cy="6857551"/>
          </a:xfrm>
          <a:prstGeom prst="rect">
            <a:avLst/>
          </a:prstGeom>
          <a:solidFill>
            <a:srgbClr val="E89E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7590" dirty="0">
              <a:solidFill>
                <a:prstClr val="white"/>
              </a:solidFill>
              <a:latin typeface="黑体" panose="02010609060101010101" pitchFamily="49" charset="-122"/>
              <a:ea typeface="黑体" panose="02010609060101010101" pitchFamily="49" charset="-122"/>
              <a:sym typeface="Arial" panose="020B0604020202020204" pitchFamily="34" charset="0"/>
            </a:endParaRPr>
          </a:p>
        </p:txBody>
      </p:sp>
      <p:sp>
        <p:nvSpPr>
          <p:cNvPr id="4" name="MH_Others_2"/>
          <p:cNvSpPr/>
          <p:nvPr userDrawn="1">
            <p:custDataLst>
              <p:tags r:id="rId3"/>
            </p:custDataLst>
          </p:nvPr>
        </p:nvSpPr>
        <p:spPr>
          <a:xfrm>
            <a:off x="10011847" y="1"/>
            <a:ext cx="132066" cy="6861462"/>
          </a:xfrm>
          <a:prstGeom prst="rect">
            <a:avLst/>
          </a:prstGeom>
          <a:solidFill>
            <a:srgbClr val="157DA8">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prstClr val="white"/>
              </a:solidFill>
              <a:latin typeface="Arial" panose="020B0604020202020204" pitchFamily="34" charset="0"/>
              <a:ea typeface="微软雅黑" panose="020B0503020204020204" pitchFamily="34" charset="-122"/>
              <a:sym typeface="Arial" panose="020B0604020202020204" pitchFamily="34" charset="0"/>
            </a:endParaRPr>
          </a:p>
        </p:txBody>
      </p:sp>
    </p:spTree>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章首">
    <p:bg>
      <p:bgPr>
        <a:solidFill>
          <a:srgbClr val="FFFFFF"/>
        </a:solidFill>
        <a:effectLst/>
      </p:bgPr>
    </p:bg>
    <p:spTree>
      <p:nvGrpSpPr>
        <p:cNvPr id="1" name=""/>
        <p:cNvGrpSpPr/>
        <p:nvPr/>
      </p:nvGrpSpPr>
      <p:grpSpPr>
        <a:xfrm>
          <a:off x="0" y="0"/>
          <a:ext cx="0" cy="0"/>
          <a:chOff x="0" y="0"/>
          <a:chExt cx="0" cy="0"/>
        </a:xfrm>
      </p:grpSpPr>
      <p:sp>
        <p:nvSpPr>
          <p:cNvPr id="2" name="任意多边形 1"/>
          <p:cNvSpPr/>
          <p:nvPr userDrawn="1"/>
        </p:nvSpPr>
        <p:spPr>
          <a:xfrm>
            <a:off x="0" y="4438650"/>
            <a:ext cx="12188991" cy="2426627"/>
          </a:xfrm>
          <a:custGeom>
            <a:avLst/>
            <a:gdLst>
              <a:gd name="connsiteX0" fmla="*/ 0 w 6907593"/>
              <a:gd name="connsiteY0" fmla="*/ 0 h 1776503"/>
              <a:gd name="connsiteX1" fmla="*/ 6907593 w 6907593"/>
              <a:gd name="connsiteY1" fmla="*/ 1776503 h 1776503"/>
              <a:gd name="connsiteX2" fmla="*/ 0 w 6907593"/>
              <a:gd name="connsiteY2" fmla="*/ 1776503 h 1776503"/>
              <a:gd name="connsiteX0-1" fmla="*/ 0 w 6907593"/>
              <a:gd name="connsiteY0-2" fmla="*/ 0 h 1776503"/>
              <a:gd name="connsiteX1-3" fmla="*/ 6907593 w 6907593"/>
              <a:gd name="connsiteY1-4" fmla="*/ 1776503 h 1776503"/>
              <a:gd name="connsiteX2-5" fmla="*/ 0 w 6907593"/>
              <a:gd name="connsiteY2-6" fmla="*/ 1776503 h 1776503"/>
              <a:gd name="connsiteX3" fmla="*/ 0 w 6907593"/>
              <a:gd name="connsiteY3" fmla="*/ 0 h 1776503"/>
              <a:gd name="connsiteX0-7" fmla="*/ 0 w 6907593"/>
              <a:gd name="connsiteY0-8" fmla="*/ 0 h 1776503"/>
              <a:gd name="connsiteX1-9" fmla="*/ 6907593 w 6907593"/>
              <a:gd name="connsiteY1-10" fmla="*/ 1776503 h 1776503"/>
              <a:gd name="connsiteX2-11" fmla="*/ 0 w 6907593"/>
              <a:gd name="connsiteY2-12" fmla="*/ 1776503 h 1776503"/>
              <a:gd name="connsiteX3-13" fmla="*/ 0 w 6907593"/>
              <a:gd name="connsiteY3-14" fmla="*/ 0 h 1776503"/>
              <a:gd name="connsiteX0-15" fmla="*/ 0 w 6907593"/>
              <a:gd name="connsiteY0-16" fmla="*/ 0 h 1776503"/>
              <a:gd name="connsiteX1-17" fmla="*/ 6907593 w 6907593"/>
              <a:gd name="connsiteY1-18" fmla="*/ 1776503 h 1776503"/>
              <a:gd name="connsiteX2-19" fmla="*/ 0 w 6907593"/>
              <a:gd name="connsiteY2-20" fmla="*/ 1776503 h 1776503"/>
              <a:gd name="connsiteX3-21" fmla="*/ 0 w 6907593"/>
              <a:gd name="connsiteY3-22" fmla="*/ 0 h 1776503"/>
            </a:gdLst>
            <a:ahLst/>
            <a:cxnLst>
              <a:cxn ang="0">
                <a:pos x="connsiteX0-1" y="connsiteY0-2"/>
              </a:cxn>
              <a:cxn ang="0">
                <a:pos x="connsiteX1-3" y="connsiteY1-4"/>
              </a:cxn>
              <a:cxn ang="0">
                <a:pos x="connsiteX2-5" y="connsiteY2-6"/>
              </a:cxn>
              <a:cxn ang="0">
                <a:pos x="connsiteX3-13" y="connsiteY3-14"/>
              </a:cxn>
            </a:cxnLst>
            <a:rect l="l" t="t" r="r" b="b"/>
            <a:pathLst>
              <a:path w="6907593" h="1776503">
                <a:moveTo>
                  <a:pt x="0" y="0"/>
                </a:moveTo>
                <a:cubicBezTo>
                  <a:pt x="2091413" y="1639688"/>
                  <a:pt x="4374752" y="1587227"/>
                  <a:pt x="6907593" y="1776503"/>
                </a:cubicBezTo>
                <a:lnTo>
                  <a:pt x="0" y="1776503"/>
                </a:lnTo>
                <a:lnTo>
                  <a:pt x="0" y="0"/>
                </a:lnTo>
                <a:close/>
              </a:path>
            </a:pathLst>
          </a:custGeom>
          <a:solidFill>
            <a:srgbClr val="157DA8">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solidFill>
                <a:prstClr val="white"/>
              </a:solidFill>
            </a:endParaRPr>
          </a:p>
        </p:txBody>
      </p:sp>
      <p:sp>
        <p:nvSpPr>
          <p:cNvPr id="3" name="任意多边形 2"/>
          <p:cNvSpPr/>
          <p:nvPr userDrawn="1"/>
        </p:nvSpPr>
        <p:spPr>
          <a:xfrm flipH="1">
            <a:off x="6229348" y="5057775"/>
            <a:ext cx="5969693" cy="1807736"/>
          </a:xfrm>
          <a:custGeom>
            <a:avLst/>
            <a:gdLst>
              <a:gd name="connsiteX0" fmla="*/ 0 w 6907593"/>
              <a:gd name="connsiteY0" fmla="*/ 0 h 1776503"/>
              <a:gd name="connsiteX1" fmla="*/ 6907593 w 6907593"/>
              <a:gd name="connsiteY1" fmla="*/ 1776503 h 1776503"/>
              <a:gd name="connsiteX2" fmla="*/ 0 w 6907593"/>
              <a:gd name="connsiteY2" fmla="*/ 1776503 h 1776503"/>
              <a:gd name="connsiteX0-1" fmla="*/ 0 w 6907593"/>
              <a:gd name="connsiteY0-2" fmla="*/ 0 h 1776503"/>
              <a:gd name="connsiteX1-3" fmla="*/ 6907593 w 6907593"/>
              <a:gd name="connsiteY1-4" fmla="*/ 1776503 h 1776503"/>
              <a:gd name="connsiteX2-5" fmla="*/ 0 w 6907593"/>
              <a:gd name="connsiteY2-6" fmla="*/ 1776503 h 1776503"/>
              <a:gd name="connsiteX3" fmla="*/ 0 w 6907593"/>
              <a:gd name="connsiteY3" fmla="*/ 0 h 1776503"/>
              <a:gd name="connsiteX0-7" fmla="*/ 0 w 6907593"/>
              <a:gd name="connsiteY0-8" fmla="*/ 0 h 1776503"/>
              <a:gd name="connsiteX1-9" fmla="*/ 6907593 w 6907593"/>
              <a:gd name="connsiteY1-10" fmla="*/ 1776503 h 1776503"/>
              <a:gd name="connsiteX2-11" fmla="*/ 0 w 6907593"/>
              <a:gd name="connsiteY2-12" fmla="*/ 1776503 h 1776503"/>
              <a:gd name="connsiteX3-13" fmla="*/ 0 w 6907593"/>
              <a:gd name="connsiteY3-14" fmla="*/ 0 h 1776503"/>
            </a:gdLst>
            <a:ahLst/>
            <a:cxnLst>
              <a:cxn ang="0">
                <a:pos x="connsiteX0-1" y="connsiteY0-2"/>
              </a:cxn>
              <a:cxn ang="0">
                <a:pos x="connsiteX1-3" y="connsiteY1-4"/>
              </a:cxn>
              <a:cxn ang="0">
                <a:pos x="connsiteX2-5" y="connsiteY2-6"/>
              </a:cxn>
              <a:cxn ang="0">
                <a:pos x="connsiteX3-13" y="connsiteY3-14"/>
              </a:cxn>
            </a:cxnLst>
            <a:rect l="l" t="t" r="r" b="b"/>
            <a:pathLst>
              <a:path w="6907593" h="1776503">
                <a:moveTo>
                  <a:pt x="0" y="0"/>
                </a:moveTo>
                <a:cubicBezTo>
                  <a:pt x="1979235" y="1345282"/>
                  <a:pt x="4428718" y="1766287"/>
                  <a:pt x="6907593" y="1776503"/>
                </a:cubicBezTo>
                <a:lnTo>
                  <a:pt x="0" y="1776503"/>
                </a:lnTo>
                <a:lnTo>
                  <a:pt x="0" y="0"/>
                </a:lnTo>
                <a:close/>
              </a:path>
            </a:pathLst>
          </a:custGeom>
          <a:solidFill>
            <a:srgbClr val="E89E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solidFill>
                <a:prstClr val="white"/>
              </a:solidFill>
            </a:endParaRPr>
          </a:p>
        </p:txBody>
      </p:sp>
      <p:cxnSp>
        <p:nvCxnSpPr>
          <p:cNvPr id="6" name="直接连接符 5"/>
          <p:cNvCxnSpPr/>
          <p:nvPr userDrawn="1"/>
        </p:nvCxnSpPr>
        <p:spPr>
          <a:xfrm flipV="1">
            <a:off x="5013503" y="2190063"/>
            <a:ext cx="0" cy="1997354"/>
          </a:xfrm>
          <a:prstGeom prst="line">
            <a:avLst/>
          </a:prstGeom>
        </p:spPr>
        <p:style>
          <a:lnRef idx="3">
            <a:schemeClr val="accent1"/>
          </a:lnRef>
          <a:fillRef idx="0">
            <a:schemeClr val="accent1"/>
          </a:fillRef>
          <a:effectRef idx="2">
            <a:schemeClr val="accent1"/>
          </a:effectRef>
          <a:fontRef idx="minor">
            <a:schemeClr val="tx1"/>
          </a:fontRef>
        </p:style>
      </p:cxnSp>
      <p:grpSp>
        <p:nvGrpSpPr>
          <p:cNvPr id="8" name="组合 7"/>
          <p:cNvGrpSpPr/>
          <p:nvPr userDrawn="1"/>
        </p:nvGrpSpPr>
        <p:grpSpPr>
          <a:xfrm>
            <a:off x="3042969" y="2258053"/>
            <a:ext cx="1476644" cy="1476644"/>
            <a:chOff x="304800" y="673100"/>
            <a:chExt cx="4000500" cy="4000500"/>
          </a:xfrm>
          <a:effectLst>
            <a:outerShdw blurRad="444500" dist="254000" dir="8100000" algn="tr" rotWithShape="0">
              <a:prstClr val="black">
                <a:alpha val="50000"/>
              </a:prstClr>
            </a:outerShdw>
          </a:effectLst>
        </p:grpSpPr>
        <p:sp>
          <p:nvSpPr>
            <p:cNvPr id="9" name="同心圆 8"/>
            <p:cNvSpPr/>
            <p:nvPr/>
          </p:nvSpPr>
          <p:spPr>
            <a:xfrm>
              <a:off x="304800" y="673100"/>
              <a:ext cx="4000500" cy="4000500"/>
            </a:xfrm>
            <a:prstGeom prst="donut">
              <a:avLst>
                <a:gd name="adj" fmla="val 4879"/>
              </a:avLst>
            </a:prstGeom>
            <a:gradFill>
              <a:gsLst>
                <a:gs pos="0">
                  <a:schemeClr val="bg1"/>
                </a:gs>
                <a:gs pos="55000">
                  <a:schemeClr val="bg1">
                    <a:lumMod val="95000"/>
                  </a:schemeClr>
                </a:gs>
                <a:gs pos="100000">
                  <a:schemeClr val="bg1">
                    <a:lumMod val="65000"/>
                  </a:schemeClr>
                </a:gs>
              </a:gsLst>
              <a:lin ang="8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080808"/>
                </a:solidFill>
                <a:latin typeface="宋体" panose="02010600030101010101" pitchFamily="2" charset="-122"/>
              </a:endParaRPr>
            </a:p>
          </p:txBody>
        </p:sp>
        <p:sp>
          <p:nvSpPr>
            <p:cNvPr id="10" name="椭圆 9"/>
            <p:cNvSpPr/>
            <p:nvPr userDrawn="1"/>
          </p:nvSpPr>
          <p:spPr>
            <a:xfrm>
              <a:off x="392112" y="760412"/>
              <a:ext cx="3825874" cy="3825874"/>
            </a:xfrm>
            <a:prstGeom prst="ellipse">
              <a:avLst/>
            </a:prstGeom>
            <a:gradFill>
              <a:gsLst>
                <a:gs pos="0">
                  <a:schemeClr val="bg1"/>
                </a:gs>
                <a:gs pos="51000">
                  <a:schemeClr val="bg1">
                    <a:lumMod val="95000"/>
                  </a:schemeClr>
                </a:gs>
                <a:gs pos="100000">
                  <a:schemeClr val="bg1">
                    <a:lumMod val="75000"/>
                  </a:schemeClr>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080808"/>
                </a:solidFill>
                <a:latin typeface="宋体" panose="02010600030101010101" pitchFamily="2" charset="-122"/>
              </a:endParaRPr>
            </a:p>
          </p:txBody>
        </p:sp>
      </p:grpSp>
      <p:sp>
        <p:nvSpPr>
          <p:cNvPr id="11" name="任意多边形 10"/>
          <p:cNvSpPr/>
          <p:nvPr userDrawn="1"/>
        </p:nvSpPr>
        <p:spPr>
          <a:xfrm rot="10800000" flipH="1">
            <a:off x="1" y="-4"/>
            <a:ext cx="2657474" cy="1752604"/>
          </a:xfrm>
          <a:custGeom>
            <a:avLst/>
            <a:gdLst>
              <a:gd name="connsiteX0" fmla="*/ 0 w 6907593"/>
              <a:gd name="connsiteY0" fmla="*/ 0 h 1776503"/>
              <a:gd name="connsiteX1" fmla="*/ 6907593 w 6907593"/>
              <a:gd name="connsiteY1" fmla="*/ 1776503 h 1776503"/>
              <a:gd name="connsiteX2" fmla="*/ 0 w 6907593"/>
              <a:gd name="connsiteY2" fmla="*/ 1776503 h 1776503"/>
              <a:gd name="connsiteX0-1" fmla="*/ 0 w 6907593"/>
              <a:gd name="connsiteY0-2" fmla="*/ 0 h 1776503"/>
              <a:gd name="connsiteX1-3" fmla="*/ 6907593 w 6907593"/>
              <a:gd name="connsiteY1-4" fmla="*/ 1776503 h 1776503"/>
              <a:gd name="connsiteX2-5" fmla="*/ 0 w 6907593"/>
              <a:gd name="connsiteY2-6" fmla="*/ 1776503 h 1776503"/>
              <a:gd name="connsiteX3" fmla="*/ 0 w 6907593"/>
              <a:gd name="connsiteY3" fmla="*/ 0 h 1776503"/>
              <a:gd name="connsiteX0-7" fmla="*/ 0 w 6907593"/>
              <a:gd name="connsiteY0-8" fmla="*/ 0 h 1776503"/>
              <a:gd name="connsiteX1-9" fmla="*/ 6907593 w 6907593"/>
              <a:gd name="connsiteY1-10" fmla="*/ 1776503 h 1776503"/>
              <a:gd name="connsiteX2-11" fmla="*/ 0 w 6907593"/>
              <a:gd name="connsiteY2-12" fmla="*/ 1776503 h 1776503"/>
              <a:gd name="connsiteX3-13" fmla="*/ 0 w 6907593"/>
              <a:gd name="connsiteY3-14" fmla="*/ 0 h 1776503"/>
            </a:gdLst>
            <a:ahLst/>
            <a:cxnLst>
              <a:cxn ang="0">
                <a:pos x="connsiteX0-1" y="connsiteY0-2"/>
              </a:cxn>
              <a:cxn ang="0">
                <a:pos x="connsiteX1-3" y="connsiteY1-4"/>
              </a:cxn>
              <a:cxn ang="0">
                <a:pos x="connsiteX2-5" y="connsiteY2-6"/>
              </a:cxn>
              <a:cxn ang="0">
                <a:pos x="connsiteX3-13" y="connsiteY3-14"/>
              </a:cxn>
            </a:cxnLst>
            <a:rect l="l" t="t" r="r" b="b"/>
            <a:pathLst>
              <a:path w="6907593" h="1776503">
                <a:moveTo>
                  <a:pt x="0" y="0"/>
                </a:moveTo>
                <a:cubicBezTo>
                  <a:pt x="1979235" y="1345282"/>
                  <a:pt x="4428718" y="1766287"/>
                  <a:pt x="6907593" y="1776503"/>
                </a:cubicBezTo>
                <a:lnTo>
                  <a:pt x="0" y="1776503"/>
                </a:lnTo>
                <a:lnTo>
                  <a:pt x="0" y="0"/>
                </a:lnTo>
                <a:close/>
              </a:path>
            </a:pathLst>
          </a:custGeom>
          <a:solidFill>
            <a:schemeClr val="bg1">
              <a:lumMod val="5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05">
              <a:solidFill>
                <a:prstClr val="white"/>
              </a:solidFill>
            </a:endParaRPr>
          </a:p>
        </p:txBody>
      </p:sp>
    </p:spTree>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综合正文">
    <p:spTree>
      <p:nvGrpSpPr>
        <p:cNvPr id="1" name=""/>
        <p:cNvGrpSpPr/>
        <p:nvPr/>
      </p:nvGrpSpPr>
      <p:grpSpPr>
        <a:xfrm>
          <a:off x="0" y="0"/>
          <a:ext cx="0" cy="0"/>
          <a:chOff x="0" y="0"/>
          <a:chExt cx="0" cy="0"/>
        </a:xfrm>
      </p:grpSpPr>
      <p:cxnSp>
        <p:nvCxnSpPr>
          <p:cNvPr id="3" name="直接连接符 2"/>
          <p:cNvCxnSpPr/>
          <p:nvPr userDrawn="1"/>
        </p:nvCxnSpPr>
        <p:spPr>
          <a:xfrm>
            <a:off x="1007435" y="833864"/>
            <a:ext cx="10465162"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nvGrpSpPr>
          <p:cNvPr id="4" name="组合 3"/>
          <p:cNvGrpSpPr/>
          <p:nvPr userDrawn="1"/>
        </p:nvGrpSpPr>
        <p:grpSpPr>
          <a:xfrm>
            <a:off x="335360" y="277337"/>
            <a:ext cx="576064" cy="559375"/>
            <a:chOff x="298460" y="987574"/>
            <a:chExt cx="288032" cy="279687"/>
          </a:xfrm>
        </p:grpSpPr>
        <p:sp>
          <p:nvSpPr>
            <p:cNvPr id="5" name="矩形 4"/>
            <p:cNvSpPr/>
            <p:nvPr/>
          </p:nvSpPr>
          <p:spPr>
            <a:xfrm>
              <a:off x="298460" y="987574"/>
              <a:ext cx="216024" cy="216024"/>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
                <a:solidFill>
                  <a:prstClr val="white"/>
                </a:solidFill>
              </a:endParaRPr>
            </a:p>
          </p:txBody>
        </p:sp>
        <p:sp>
          <p:nvSpPr>
            <p:cNvPr id="6" name="矩形 5"/>
            <p:cNvSpPr/>
            <p:nvPr/>
          </p:nvSpPr>
          <p:spPr>
            <a:xfrm>
              <a:off x="406472" y="1087241"/>
              <a:ext cx="180020" cy="180020"/>
            </a:xfrm>
            <a:prstGeom prst="rect">
              <a:avLst/>
            </a:prstGeom>
            <a:solidFill>
              <a:srgbClr val="E89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
                <a:solidFill>
                  <a:prstClr val="white"/>
                </a:solidFill>
              </a:endParaRPr>
            </a:p>
          </p:txBody>
        </p:sp>
      </p:grpSp>
      <p:pic>
        <p:nvPicPr>
          <p:cNvPr id="7" name="Picture 8"/>
          <p:cNvPicPr>
            <a:picLocks noChangeAspect="1" noChangeArrowheads="1"/>
          </p:cNvPicPr>
          <p:nvPr userDrawn="1"/>
        </p:nvPicPr>
        <p:blipFill>
          <a:blip r:embed="rId2" cstate="print"/>
          <a:srcRect/>
          <a:stretch>
            <a:fillRect/>
          </a:stretch>
        </p:blipFill>
        <p:spPr bwMode="auto">
          <a:xfrm>
            <a:off x="9903455" y="349038"/>
            <a:ext cx="1569142" cy="399560"/>
          </a:xfrm>
          <a:prstGeom prst="rect">
            <a:avLst/>
          </a:prstGeom>
          <a:noFill/>
          <a:ln w="9525">
            <a:noFill/>
            <a:miter lim="800000"/>
            <a:headEnd/>
            <a:tailEnd/>
          </a:ln>
        </p:spPr>
      </p:pic>
      <p:sp>
        <p:nvSpPr>
          <p:cNvPr id="8" name="直角三角形 7"/>
          <p:cNvSpPr/>
          <p:nvPr userDrawn="1"/>
        </p:nvSpPr>
        <p:spPr>
          <a:xfrm rot="10800000">
            <a:off x="84662" y="-2"/>
            <a:ext cx="12107337" cy="349040"/>
          </a:xfrm>
          <a:prstGeom prst="rtTriangle">
            <a:avLst/>
          </a:prstGeom>
          <a:gradFill flip="none" rotWithShape="1">
            <a:gsLst>
              <a:gs pos="0">
                <a:srgbClr val="5CC1EA">
                  <a:shade val="30000"/>
                  <a:satMod val="115000"/>
                  <a:alpha val="31000"/>
                </a:srgbClr>
              </a:gs>
              <a:gs pos="50000">
                <a:srgbClr val="5CC1EA">
                  <a:shade val="67500"/>
                  <a:satMod val="115000"/>
                </a:srgbClr>
              </a:gs>
              <a:gs pos="100000">
                <a:srgbClr val="5CC1EA">
                  <a:shade val="100000"/>
                  <a:satMod val="115000"/>
                </a:srgb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9" name="直角三角形 8"/>
          <p:cNvSpPr/>
          <p:nvPr userDrawn="1"/>
        </p:nvSpPr>
        <p:spPr>
          <a:xfrm>
            <a:off x="0" y="6417733"/>
            <a:ext cx="12107336" cy="440267"/>
          </a:xfrm>
          <a:prstGeom prst="rtTriangle">
            <a:avLst/>
          </a:prstGeom>
          <a:gradFill flip="none" rotWithShape="1">
            <a:gsLst>
              <a:gs pos="0">
                <a:schemeClr val="accent4">
                  <a:lumMod val="0"/>
                  <a:lumOff val="100000"/>
                </a:schemeClr>
              </a:gs>
              <a:gs pos="0">
                <a:schemeClr val="accent4">
                  <a:lumMod val="0"/>
                  <a:lumOff val="100000"/>
                </a:schemeClr>
              </a:gs>
              <a:gs pos="39000">
                <a:schemeClr val="accent4">
                  <a:lumMod val="10000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Tree>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讲">
    <p:spTree>
      <p:nvGrpSpPr>
        <p:cNvPr id="1" name=""/>
        <p:cNvGrpSpPr/>
        <p:nvPr/>
      </p:nvGrpSpPr>
      <p:grpSpPr>
        <a:xfrm>
          <a:off x="0" y="0"/>
          <a:ext cx="0" cy="0"/>
          <a:chOff x="0" y="0"/>
          <a:chExt cx="0" cy="0"/>
        </a:xfrm>
      </p:grpSpPr>
      <p:cxnSp>
        <p:nvCxnSpPr>
          <p:cNvPr id="7" name="直接连接符 6"/>
          <p:cNvCxnSpPr/>
          <p:nvPr userDrawn="1"/>
        </p:nvCxnSpPr>
        <p:spPr>
          <a:xfrm>
            <a:off x="1007435" y="833864"/>
            <a:ext cx="10465162" cy="0"/>
          </a:xfrm>
          <a:prstGeom prst="line">
            <a:avLst/>
          </a:prstGeom>
          <a:ln w="127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nvGrpSpPr>
          <p:cNvPr id="8" name="组合 7"/>
          <p:cNvGrpSpPr/>
          <p:nvPr userDrawn="1"/>
        </p:nvGrpSpPr>
        <p:grpSpPr>
          <a:xfrm>
            <a:off x="335360" y="277337"/>
            <a:ext cx="576064" cy="559375"/>
            <a:chOff x="298460" y="987574"/>
            <a:chExt cx="288032" cy="279687"/>
          </a:xfrm>
        </p:grpSpPr>
        <p:sp>
          <p:nvSpPr>
            <p:cNvPr id="9" name="矩形 8"/>
            <p:cNvSpPr/>
            <p:nvPr/>
          </p:nvSpPr>
          <p:spPr>
            <a:xfrm>
              <a:off x="298460" y="987574"/>
              <a:ext cx="216024" cy="216024"/>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
                <a:solidFill>
                  <a:prstClr val="white"/>
                </a:solidFill>
              </a:endParaRPr>
            </a:p>
          </p:txBody>
        </p:sp>
        <p:sp>
          <p:nvSpPr>
            <p:cNvPr id="10" name="矩形 9"/>
            <p:cNvSpPr/>
            <p:nvPr/>
          </p:nvSpPr>
          <p:spPr>
            <a:xfrm>
              <a:off x="406472" y="1087241"/>
              <a:ext cx="180020" cy="180020"/>
            </a:xfrm>
            <a:prstGeom prst="rect">
              <a:avLst/>
            </a:prstGeom>
            <a:solidFill>
              <a:srgbClr val="4472C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
                <a:solidFill>
                  <a:prstClr val="white"/>
                </a:solidFill>
              </a:endParaRPr>
            </a:p>
          </p:txBody>
        </p:sp>
      </p:grpSp>
      <p:sp>
        <p:nvSpPr>
          <p:cNvPr id="3" name="直角三角形 2"/>
          <p:cNvSpPr/>
          <p:nvPr userDrawn="1"/>
        </p:nvSpPr>
        <p:spPr>
          <a:xfrm rot="10800000">
            <a:off x="84662" y="-2"/>
            <a:ext cx="12107337" cy="349040"/>
          </a:xfrm>
          <a:prstGeom prst="rtTriangle">
            <a:avLst/>
          </a:prstGeom>
          <a:gradFill flip="none" rotWithShape="1">
            <a:gsLst>
              <a:gs pos="0">
                <a:srgbClr val="5CC1EA">
                  <a:shade val="30000"/>
                  <a:satMod val="115000"/>
                  <a:alpha val="31000"/>
                </a:srgbClr>
              </a:gs>
              <a:gs pos="50000">
                <a:srgbClr val="5CC1EA">
                  <a:shade val="67500"/>
                  <a:satMod val="115000"/>
                </a:srgbClr>
              </a:gs>
              <a:gs pos="100000">
                <a:srgbClr val="5CC1EA">
                  <a:shade val="100000"/>
                  <a:satMod val="115000"/>
                </a:srgb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3" name="文本框 12"/>
          <p:cNvSpPr txBox="1"/>
          <p:nvPr userDrawn="1"/>
        </p:nvSpPr>
        <p:spPr>
          <a:xfrm>
            <a:off x="903498" y="-28448"/>
            <a:ext cx="1578249" cy="1569660"/>
          </a:xfrm>
          <a:prstGeom prst="rect">
            <a:avLst/>
          </a:prstGeom>
          <a:noFill/>
        </p:spPr>
        <p:txBody>
          <a:bodyPr wrap="square" rtlCol="0">
            <a:spAutoFit/>
          </a:bodyPr>
          <a:lstStyle/>
          <a:p>
            <a:r>
              <a:rPr lang="zh-CN" altLang="en-US" sz="9600" dirty="0" smtClean="0">
                <a:solidFill>
                  <a:srgbClr val="4472C4"/>
                </a:solidFill>
                <a:latin typeface="华文行楷" panose="02010800040101010101" pitchFamily="2" charset="-122"/>
                <a:ea typeface="华文行楷" panose="02010800040101010101" pitchFamily="2" charset="-122"/>
              </a:rPr>
              <a:t>讲</a:t>
            </a:r>
            <a:endParaRPr lang="zh-CN" altLang="en-US" sz="9600" dirty="0">
              <a:solidFill>
                <a:srgbClr val="4472C4"/>
              </a:solidFill>
              <a:latin typeface="华文行楷" panose="02010800040101010101" pitchFamily="2" charset="-122"/>
              <a:ea typeface="华文行楷" panose="02010800040101010101" pitchFamily="2" charset="-122"/>
            </a:endParaRPr>
          </a:p>
        </p:txBody>
      </p:sp>
      <p:sp>
        <p:nvSpPr>
          <p:cNvPr id="15" name="直角三角形 14"/>
          <p:cNvSpPr/>
          <p:nvPr userDrawn="1"/>
        </p:nvSpPr>
        <p:spPr>
          <a:xfrm>
            <a:off x="0" y="6508960"/>
            <a:ext cx="12107337" cy="349040"/>
          </a:xfrm>
          <a:prstGeom prst="rtTriangle">
            <a:avLst/>
          </a:prstGeom>
          <a:gradFill flip="none" rotWithShape="1">
            <a:gsLst>
              <a:gs pos="0">
                <a:srgbClr val="5CC1EA">
                  <a:shade val="30000"/>
                  <a:satMod val="115000"/>
                  <a:alpha val="31000"/>
                </a:srgbClr>
              </a:gs>
              <a:gs pos="50000">
                <a:srgbClr val="5CC1EA">
                  <a:shade val="67500"/>
                  <a:satMod val="115000"/>
                </a:srgbClr>
              </a:gs>
              <a:gs pos="100000">
                <a:srgbClr val="5CC1EA">
                  <a:shade val="100000"/>
                  <a:satMod val="115000"/>
                </a:srgb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Tree>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例">
    <p:spTree>
      <p:nvGrpSpPr>
        <p:cNvPr id="1" name=""/>
        <p:cNvGrpSpPr/>
        <p:nvPr/>
      </p:nvGrpSpPr>
      <p:grpSpPr>
        <a:xfrm>
          <a:off x="0" y="0"/>
          <a:ext cx="0" cy="0"/>
          <a:chOff x="0" y="0"/>
          <a:chExt cx="0" cy="0"/>
        </a:xfrm>
      </p:grpSpPr>
      <p:cxnSp>
        <p:nvCxnSpPr>
          <p:cNvPr id="7" name="直接连接符 6"/>
          <p:cNvCxnSpPr/>
          <p:nvPr userDrawn="1"/>
        </p:nvCxnSpPr>
        <p:spPr>
          <a:xfrm>
            <a:off x="1007435" y="833864"/>
            <a:ext cx="10465162" cy="0"/>
          </a:xfrm>
          <a:prstGeom prst="line">
            <a:avLst/>
          </a:prstGeom>
          <a:ln w="127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nvGrpSpPr>
          <p:cNvPr id="8" name="组合 7"/>
          <p:cNvGrpSpPr/>
          <p:nvPr userDrawn="1"/>
        </p:nvGrpSpPr>
        <p:grpSpPr>
          <a:xfrm>
            <a:off x="335360" y="277337"/>
            <a:ext cx="576064" cy="559375"/>
            <a:chOff x="298460" y="987574"/>
            <a:chExt cx="288032" cy="279687"/>
          </a:xfrm>
        </p:grpSpPr>
        <p:sp>
          <p:nvSpPr>
            <p:cNvPr id="9" name="矩形 8"/>
            <p:cNvSpPr/>
            <p:nvPr/>
          </p:nvSpPr>
          <p:spPr>
            <a:xfrm>
              <a:off x="298460" y="987574"/>
              <a:ext cx="216024" cy="216024"/>
            </a:xfrm>
            <a:prstGeom prst="rect">
              <a:avLst/>
            </a:prstGeom>
            <a:noFill/>
            <a:ln w="38100">
              <a:solidFill>
                <a:srgbClr val="E89E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
                <a:solidFill>
                  <a:prstClr val="white"/>
                </a:solidFill>
              </a:endParaRPr>
            </a:p>
          </p:txBody>
        </p:sp>
        <p:sp>
          <p:nvSpPr>
            <p:cNvPr id="10" name="矩形 9"/>
            <p:cNvSpPr/>
            <p:nvPr/>
          </p:nvSpPr>
          <p:spPr>
            <a:xfrm>
              <a:off x="406472" y="1087241"/>
              <a:ext cx="180020" cy="180020"/>
            </a:xfrm>
            <a:prstGeom prst="rect">
              <a:avLst/>
            </a:prstGeom>
            <a:solidFill>
              <a:srgbClr val="E89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
                <a:solidFill>
                  <a:prstClr val="white"/>
                </a:solidFill>
              </a:endParaRPr>
            </a:p>
          </p:txBody>
        </p:sp>
      </p:grpSp>
      <p:sp>
        <p:nvSpPr>
          <p:cNvPr id="14" name="直角三角形 13"/>
          <p:cNvSpPr/>
          <p:nvPr userDrawn="1"/>
        </p:nvSpPr>
        <p:spPr>
          <a:xfrm>
            <a:off x="0" y="6477000"/>
            <a:ext cx="12107336" cy="381000"/>
          </a:xfrm>
          <a:prstGeom prst="rtTriangle">
            <a:avLst/>
          </a:prstGeom>
          <a:gradFill flip="none" rotWithShape="1">
            <a:gsLst>
              <a:gs pos="0">
                <a:schemeClr val="accent4">
                  <a:lumMod val="0"/>
                  <a:lumOff val="100000"/>
                </a:schemeClr>
              </a:gs>
              <a:gs pos="0">
                <a:schemeClr val="accent4">
                  <a:lumMod val="0"/>
                  <a:lumOff val="100000"/>
                </a:schemeClr>
              </a:gs>
              <a:gs pos="39000">
                <a:schemeClr val="accent4">
                  <a:lumMod val="10000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3" name="文本框 12"/>
          <p:cNvSpPr txBox="1"/>
          <p:nvPr userDrawn="1"/>
        </p:nvSpPr>
        <p:spPr>
          <a:xfrm>
            <a:off x="903498" y="-28448"/>
            <a:ext cx="1578249" cy="1569660"/>
          </a:xfrm>
          <a:prstGeom prst="rect">
            <a:avLst/>
          </a:prstGeom>
          <a:noFill/>
        </p:spPr>
        <p:txBody>
          <a:bodyPr wrap="square" rtlCol="0">
            <a:spAutoFit/>
          </a:bodyPr>
          <a:lstStyle/>
          <a:p>
            <a:r>
              <a:rPr lang="zh-CN" altLang="en-US" sz="9600" dirty="0" smtClean="0">
                <a:solidFill>
                  <a:srgbClr val="E89E00"/>
                </a:solidFill>
                <a:latin typeface="华文行楷" panose="02010800040101010101" pitchFamily="2" charset="-122"/>
                <a:ea typeface="华文行楷" panose="02010800040101010101" pitchFamily="2" charset="-122"/>
              </a:rPr>
              <a:t>例</a:t>
            </a:r>
            <a:endParaRPr lang="zh-CN" altLang="en-US" sz="9600" dirty="0">
              <a:solidFill>
                <a:srgbClr val="E89E00"/>
              </a:solidFill>
              <a:latin typeface="华文行楷" panose="02010800040101010101" pitchFamily="2" charset="-122"/>
              <a:ea typeface="华文行楷" panose="02010800040101010101" pitchFamily="2" charset="-122"/>
            </a:endParaRPr>
          </a:p>
        </p:txBody>
      </p:sp>
      <p:sp>
        <p:nvSpPr>
          <p:cNvPr id="11" name="直角三角形 10"/>
          <p:cNvSpPr/>
          <p:nvPr userDrawn="1"/>
        </p:nvSpPr>
        <p:spPr>
          <a:xfrm rot="10800000">
            <a:off x="84664" y="3977"/>
            <a:ext cx="12107336" cy="345367"/>
          </a:xfrm>
          <a:prstGeom prst="rtTriangle">
            <a:avLst/>
          </a:prstGeom>
          <a:gradFill flip="none" rotWithShape="1">
            <a:gsLst>
              <a:gs pos="0">
                <a:schemeClr val="accent4">
                  <a:lumMod val="0"/>
                  <a:lumOff val="100000"/>
                </a:schemeClr>
              </a:gs>
              <a:gs pos="0">
                <a:schemeClr val="accent4">
                  <a:lumMod val="0"/>
                  <a:lumOff val="100000"/>
                </a:schemeClr>
              </a:gs>
              <a:gs pos="39000">
                <a:schemeClr val="accent4">
                  <a:lumMod val="10000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Tree>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练">
    <p:spTree>
      <p:nvGrpSpPr>
        <p:cNvPr id="1" name=""/>
        <p:cNvGrpSpPr/>
        <p:nvPr/>
      </p:nvGrpSpPr>
      <p:grpSpPr>
        <a:xfrm>
          <a:off x="0" y="0"/>
          <a:ext cx="0" cy="0"/>
          <a:chOff x="0" y="0"/>
          <a:chExt cx="0" cy="0"/>
        </a:xfrm>
      </p:grpSpPr>
      <p:cxnSp>
        <p:nvCxnSpPr>
          <p:cNvPr id="7" name="直接连接符 6"/>
          <p:cNvCxnSpPr/>
          <p:nvPr userDrawn="1"/>
        </p:nvCxnSpPr>
        <p:spPr>
          <a:xfrm>
            <a:off x="1007435" y="833864"/>
            <a:ext cx="10465162" cy="0"/>
          </a:xfrm>
          <a:prstGeom prst="line">
            <a:avLst/>
          </a:prstGeom>
          <a:ln w="127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nvGrpSpPr>
          <p:cNvPr id="8" name="组合 7"/>
          <p:cNvGrpSpPr/>
          <p:nvPr userDrawn="1"/>
        </p:nvGrpSpPr>
        <p:grpSpPr>
          <a:xfrm>
            <a:off x="335360" y="277337"/>
            <a:ext cx="576064" cy="559375"/>
            <a:chOff x="298460" y="987574"/>
            <a:chExt cx="288032" cy="279687"/>
          </a:xfrm>
        </p:grpSpPr>
        <p:sp>
          <p:nvSpPr>
            <p:cNvPr id="9" name="矩形 8"/>
            <p:cNvSpPr/>
            <p:nvPr/>
          </p:nvSpPr>
          <p:spPr>
            <a:xfrm>
              <a:off x="298460" y="987574"/>
              <a:ext cx="216024" cy="216024"/>
            </a:xfrm>
            <a:prstGeom prst="rect">
              <a:avLst/>
            </a:prstGeom>
            <a:noFill/>
            <a:ln w="38100">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
                <a:solidFill>
                  <a:prstClr val="white"/>
                </a:solidFill>
              </a:endParaRPr>
            </a:p>
          </p:txBody>
        </p:sp>
        <p:sp>
          <p:nvSpPr>
            <p:cNvPr id="10" name="矩形 9"/>
            <p:cNvSpPr/>
            <p:nvPr/>
          </p:nvSpPr>
          <p:spPr>
            <a:xfrm>
              <a:off x="406472" y="1087241"/>
              <a:ext cx="180020" cy="18002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
                <a:solidFill>
                  <a:prstClr val="white"/>
                </a:solidFill>
              </a:endParaRPr>
            </a:p>
          </p:txBody>
        </p:sp>
      </p:grpSp>
      <p:sp>
        <p:nvSpPr>
          <p:cNvPr id="3" name="直角三角形 2"/>
          <p:cNvSpPr/>
          <p:nvPr userDrawn="1"/>
        </p:nvSpPr>
        <p:spPr>
          <a:xfrm rot="10800000">
            <a:off x="84662" y="-2"/>
            <a:ext cx="12107337" cy="349040"/>
          </a:xfrm>
          <a:prstGeom prst="rtTriangle">
            <a:avLst/>
          </a:prstGeom>
          <a:gradFill flip="none" rotWithShape="1">
            <a:gsLst>
              <a:gs pos="100000">
                <a:schemeClr val="bg1"/>
              </a:gs>
              <a:gs pos="29000">
                <a:schemeClr val="bg1">
                  <a:lumMod val="50000"/>
                </a:schemeClr>
              </a:gs>
              <a:gs pos="0">
                <a:schemeClr val="bg1">
                  <a:lumMod val="50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
        <p:nvSpPr>
          <p:cNvPr id="13" name="文本框 12"/>
          <p:cNvSpPr txBox="1"/>
          <p:nvPr userDrawn="1"/>
        </p:nvSpPr>
        <p:spPr>
          <a:xfrm>
            <a:off x="903498" y="-28448"/>
            <a:ext cx="1578249" cy="1569660"/>
          </a:xfrm>
          <a:prstGeom prst="rect">
            <a:avLst/>
          </a:prstGeom>
          <a:noFill/>
        </p:spPr>
        <p:txBody>
          <a:bodyPr wrap="square" rtlCol="0">
            <a:spAutoFit/>
          </a:bodyPr>
          <a:lstStyle/>
          <a:p>
            <a:r>
              <a:rPr lang="zh-CN" altLang="en-US" sz="9600" dirty="0" smtClean="0">
                <a:solidFill>
                  <a:prstClr val="white">
                    <a:lumMod val="50000"/>
                  </a:prstClr>
                </a:solidFill>
                <a:latin typeface="华文行楷" panose="02010800040101010101" pitchFamily="2" charset="-122"/>
                <a:ea typeface="华文行楷" panose="02010800040101010101" pitchFamily="2" charset="-122"/>
              </a:rPr>
              <a:t>练</a:t>
            </a:r>
            <a:endParaRPr lang="zh-CN" altLang="en-US" sz="9600" dirty="0">
              <a:solidFill>
                <a:prstClr val="white">
                  <a:lumMod val="50000"/>
                </a:prstClr>
              </a:solidFill>
              <a:latin typeface="华文行楷" panose="02010800040101010101" pitchFamily="2" charset="-122"/>
              <a:ea typeface="华文行楷" panose="02010800040101010101" pitchFamily="2" charset="-122"/>
            </a:endParaRPr>
          </a:p>
        </p:txBody>
      </p:sp>
      <p:sp>
        <p:nvSpPr>
          <p:cNvPr id="12" name="直角三角形 11"/>
          <p:cNvSpPr/>
          <p:nvPr userDrawn="1"/>
        </p:nvSpPr>
        <p:spPr>
          <a:xfrm>
            <a:off x="0" y="6508960"/>
            <a:ext cx="12107337" cy="349040"/>
          </a:xfrm>
          <a:prstGeom prst="rtTriangle">
            <a:avLst/>
          </a:prstGeom>
          <a:gradFill flip="none" rotWithShape="1">
            <a:gsLst>
              <a:gs pos="100000">
                <a:schemeClr val="bg1"/>
              </a:gs>
              <a:gs pos="29000">
                <a:schemeClr val="bg1">
                  <a:lumMod val="50000"/>
                </a:schemeClr>
              </a:gs>
              <a:gs pos="0">
                <a:schemeClr val="bg1">
                  <a:lumMod val="50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endParaRPr>
          </a:p>
        </p:txBody>
      </p:sp>
    </p:spTree>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7" Type="http://schemas.openxmlformats.org/officeDocument/2006/relationships/theme" Target="../theme/theme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heme" Target="../theme/theme2.xml"/><Relationship Id="rId8" Type="http://schemas.openxmlformats.org/officeDocument/2006/relationships/slideLayout" Target="../slideLayouts/slideLayout14.xml"/><Relationship Id="rId7" Type="http://schemas.openxmlformats.org/officeDocument/2006/relationships/slideLayout" Target="../slideLayouts/slideLayout13.xml"/><Relationship Id="rId6" Type="http://schemas.openxmlformats.org/officeDocument/2006/relationships/slideLayout" Target="../slideLayouts/slideLayout12.xml"/><Relationship Id="rId5" Type="http://schemas.openxmlformats.org/officeDocument/2006/relationships/slideLayout" Target="../slideLayouts/slideLayout11.xml"/><Relationship Id="rId4" Type="http://schemas.openxmlformats.org/officeDocument/2006/relationships/slideLayout" Target="../slideLayouts/slideLayout10.xml"/><Relationship Id="rId3" Type="http://schemas.openxmlformats.org/officeDocument/2006/relationships/slideLayout" Target="../slideLayouts/slideLayout9.xml"/><Relationship Id="rId2" Type="http://schemas.openxmlformats.org/officeDocument/2006/relationships/slideLayout" Target="../slideLayouts/slideLayout8.xml"/><Relationship Id="rId1"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6" r:id="rId1"/>
    <p:sldLayoutId id="2147483657" r:id="rId2"/>
    <p:sldLayoutId id="2147483658" r:id="rId3"/>
    <p:sldLayoutId id="2147483659" r:id="rId4"/>
    <p:sldLayoutId id="2147483660" r:id="rId5"/>
    <p:sldLayoutId id="2147483661" r:id="rId6"/>
    <p:sldLayoutId id="2147483662" r:id="rId7"/>
    <p:sldLayoutId id="2147483663" r:id="rId8"/>
  </p:sldLayoutIdLst>
  <p:timing>
    <p:tnLst>
      <p:par>
        <p:cTn id="1" dur="indefinite" restart="never" nodeType="tmRoot"/>
      </p:par>
    </p:tnLst>
  </p:timing>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5.xml"/><Relationship Id="rId1"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5.xml"/><Relationship Id="rId1"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5.xml"/><Relationship Id="rId1"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5.xml"/><Relationship Id="rId1"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5.xml"/><Relationship Id="rId1"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5.xml"/><Relationship Id="rId1"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5.xml"/><Relationship Id="rId1"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5.xml"/><Relationship Id="rId1"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5.xml"/><Relationship Id="rId1"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5.xml"/><Relationship Id="rId1"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5.xml"/><Relationship Id="rId1" Type="http://schemas.openxmlformats.org/officeDocument/2006/relationships/image" Target="../media/image14.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5.xml"/><Relationship Id="rId1"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5.xml"/><Relationship Id="rId1"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5.xml"/><Relationship Id="rId1"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5.xml"/><Relationship Id="rId1" Type="http://schemas.openxmlformats.org/officeDocument/2006/relationships/image" Target="../media/image18.png"/></Relationships>
</file>

<file path=ppt/slides/_rels/slide18.xml.rels><?xml version="1.0" encoding="UTF-8" standalone="yes"?>
<Relationships xmlns="http://schemas.openxmlformats.org/package/2006/relationships"><Relationship Id="rId7" Type="http://schemas.openxmlformats.org/officeDocument/2006/relationships/notesSlide" Target="../notesSlides/notesSlide18.xml"/><Relationship Id="rId6" Type="http://schemas.openxmlformats.org/officeDocument/2006/relationships/slideLayout" Target="../slideLayouts/slideLayout5.xml"/><Relationship Id="rId5" Type="http://schemas.openxmlformats.org/officeDocument/2006/relationships/image" Target="../media/image23.png"/><Relationship Id="rId4" Type="http://schemas.openxmlformats.org/officeDocument/2006/relationships/image" Target="../media/image22.png"/><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5.xml"/><Relationship Id="rId1" Type="http://schemas.openxmlformats.org/officeDocument/2006/relationships/image" Target="../media/image24.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5.xml"/><Relationship Id="rId1" Type="http://schemas.openxmlformats.org/officeDocument/2006/relationships/image" Target="../media/image25.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4" Type="http://schemas.openxmlformats.org/officeDocument/2006/relationships/notesSlide" Target="../notesSlides/notesSlide23.xml"/><Relationship Id="rId3" Type="http://schemas.openxmlformats.org/officeDocument/2006/relationships/slideLayout" Target="../slideLayouts/slideLayout5.xml"/><Relationship Id="rId2" Type="http://schemas.openxmlformats.org/officeDocument/2006/relationships/image" Target="../media/image27.png"/><Relationship Id="rId1" Type="http://schemas.openxmlformats.org/officeDocument/2006/relationships/image" Target="../media/image2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5.xml"/><Relationship Id="rId1" Type="http://schemas.openxmlformats.org/officeDocument/2006/relationships/image" Target="../media/image15.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003201" y="2431690"/>
            <a:ext cx="7804514" cy="1106805"/>
          </a:xfrm>
          <a:prstGeom prst="rect">
            <a:avLst/>
          </a:prstGeom>
          <a:noFill/>
        </p:spPr>
        <p:txBody>
          <a:bodyPr wrap="square" lIns="91440" tIns="45720" rIns="91440" bIns="45720">
            <a:spAutoFit/>
          </a:bodyPr>
          <a:lstStyle/>
          <a:p>
            <a:pPr algn="ctr"/>
            <a:r>
              <a:rPr lang="en-US" altLang="zh-CN" sz="6600" dirty="0" smtClean="0">
                <a:ln w="0"/>
                <a:solidFill>
                  <a:srgbClr val="157DA8"/>
                </a:solidFill>
                <a:effectLst>
                  <a:outerShdw blurRad="38100" dist="19050" dir="2700000" algn="tl" rotWithShape="0">
                    <a:schemeClr val="dk1">
                      <a:alpha val="40000"/>
                    </a:schemeClr>
                  </a:outerShdw>
                </a:effectLst>
              </a:rPr>
              <a:t>Python</a:t>
            </a:r>
            <a:r>
              <a:rPr lang="zh-CN" altLang="en-US" sz="6600" dirty="0" smtClean="0">
                <a:ln w="0"/>
                <a:solidFill>
                  <a:srgbClr val="157DA8"/>
                </a:solidFill>
                <a:effectLst>
                  <a:outerShdw blurRad="38100" dist="19050" dir="2700000" algn="tl" rotWithShape="0">
                    <a:schemeClr val="dk1">
                      <a:alpha val="40000"/>
                    </a:schemeClr>
                  </a:outerShdw>
                </a:effectLst>
              </a:rPr>
              <a:t>与机器人</a:t>
            </a:r>
            <a:r>
              <a:rPr lang="zh-CN" altLang="en-US" sz="6600" dirty="0" smtClean="0">
                <a:ln w="0"/>
                <a:solidFill>
                  <a:srgbClr val="157DA8"/>
                </a:solidFill>
                <a:effectLst>
                  <a:outerShdw blurRad="38100" dist="19050" dir="2700000" algn="tl" rotWithShape="0">
                    <a:schemeClr val="dk1">
                      <a:alpha val="40000"/>
                    </a:schemeClr>
                  </a:outerShdw>
                </a:effectLst>
              </a:rPr>
              <a:t>控制</a:t>
            </a:r>
            <a:endParaRPr lang="zh-CN" altLang="en-US" sz="6600" dirty="0" smtClean="0">
              <a:ln w="0"/>
              <a:solidFill>
                <a:srgbClr val="157DA8"/>
              </a:solidFill>
              <a:effectLst>
                <a:outerShdw blurRad="38100" dist="19050" dir="2700000" algn="tl" rotWithShape="0">
                  <a:schemeClr val="dk1">
                    <a:alpha val="40000"/>
                  </a:schemeClr>
                </a:outerShdw>
              </a:effectLst>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zh-CN" altLang="en-US" sz="2400" b="1" dirty="0"/>
              <a:t>打印输出与</a:t>
            </a:r>
            <a:r>
              <a:rPr lang="zh-CN" altLang="en-US" sz="2400" b="1" dirty="0"/>
              <a:t>注释</a:t>
            </a:r>
            <a:endParaRPr lang="zh-CN" altLang="en-US" sz="2400" b="1" dirty="0"/>
          </a:p>
        </p:txBody>
      </p:sp>
      <p:sp>
        <p:nvSpPr>
          <p:cNvPr id="10" name="文本框 9"/>
          <p:cNvSpPr txBox="1"/>
          <p:nvPr/>
        </p:nvSpPr>
        <p:spPr>
          <a:xfrm>
            <a:off x="646430" y="1618615"/>
            <a:ext cx="2506980" cy="1543050"/>
          </a:xfrm>
          <a:prstGeom prst="rect">
            <a:avLst/>
          </a:prstGeom>
          <a:noFill/>
        </p:spPr>
        <p:txBody>
          <a:bodyPr wrap="square" rtlCol="0">
            <a:noAutofit/>
          </a:bodyPr>
          <a:p>
            <a:pPr>
              <a:lnSpc>
                <a:spcPct val="130000"/>
              </a:lnSpc>
            </a:pPr>
            <a:r>
              <a:rPr lang="zh-CN" altLang="en-US"/>
              <a:t>多行注释：</a:t>
            </a:r>
            <a:r>
              <a:rPr lang="en-US" altLang="zh-CN"/>
              <a:t>””” ”””</a:t>
            </a:r>
            <a:endParaRPr lang="en-US" altLang="zh-CN"/>
          </a:p>
          <a:p>
            <a:pPr>
              <a:lnSpc>
                <a:spcPct val="130000"/>
              </a:lnSpc>
            </a:pPr>
            <a:r>
              <a:rPr lang="zh-CN" altLang="en-US"/>
              <a:t>单行注释：</a:t>
            </a:r>
            <a:r>
              <a:rPr lang="en-US" altLang="zh-CN"/>
              <a:t> #</a:t>
            </a:r>
            <a:endParaRPr lang="en-US" altLang="zh-CN"/>
          </a:p>
          <a:p>
            <a:pPr>
              <a:lnSpc>
                <a:spcPct val="130000"/>
              </a:lnSpc>
            </a:pPr>
            <a:r>
              <a:rPr lang="zh-CN" altLang="en-US"/>
              <a:t>打印输出：</a:t>
            </a:r>
            <a:r>
              <a:rPr lang="en-US" altLang="zh-CN"/>
              <a:t>print()</a:t>
            </a:r>
            <a:endParaRPr lang="en-US" altLang="zh-CN"/>
          </a:p>
        </p:txBody>
      </p:sp>
      <p:pic>
        <p:nvPicPr>
          <p:cNvPr id="3" name="图片 2"/>
          <p:cNvPicPr>
            <a:picLocks noChangeAspect="1"/>
          </p:cNvPicPr>
          <p:nvPr/>
        </p:nvPicPr>
        <p:blipFill>
          <a:blip r:embed="rId1"/>
          <a:stretch>
            <a:fillRect/>
          </a:stretch>
        </p:blipFill>
        <p:spPr>
          <a:xfrm>
            <a:off x="3297555" y="1499235"/>
            <a:ext cx="7880350" cy="3660775"/>
          </a:xfrm>
          <a:prstGeom prst="rect">
            <a:avLst/>
          </a:prstGeom>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en-US" altLang="zh-CN" sz="2400" b="1" dirty="0"/>
              <a:t>python</a:t>
            </a:r>
            <a:r>
              <a:rPr lang="zh-CN" altLang="en-US" sz="2400" b="1" dirty="0"/>
              <a:t>数据类型</a:t>
            </a:r>
            <a:r>
              <a:rPr lang="en-US" altLang="zh-CN" sz="2400" b="1" dirty="0"/>
              <a:t>-</a:t>
            </a:r>
            <a:r>
              <a:rPr lang="zh-CN" altLang="en-US" sz="2400" b="1" dirty="0"/>
              <a:t>基本类型</a:t>
            </a:r>
            <a:endParaRPr lang="zh-CN" altLang="en-US" sz="2400" b="1" dirty="0"/>
          </a:p>
        </p:txBody>
      </p:sp>
      <p:sp>
        <p:nvSpPr>
          <p:cNvPr id="10" name="文本框 9"/>
          <p:cNvSpPr txBox="1"/>
          <p:nvPr/>
        </p:nvSpPr>
        <p:spPr>
          <a:xfrm>
            <a:off x="646430" y="1618615"/>
            <a:ext cx="2506980" cy="1543050"/>
          </a:xfrm>
          <a:prstGeom prst="rect">
            <a:avLst/>
          </a:prstGeom>
          <a:noFill/>
        </p:spPr>
        <p:txBody>
          <a:bodyPr wrap="square" rtlCol="0">
            <a:noAutofit/>
          </a:bodyPr>
          <a:p>
            <a:pPr>
              <a:lnSpc>
                <a:spcPct val="130000"/>
              </a:lnSpc>
            </a:pPr>
            <a:r>
              <a:rPr lang="zh-CN" altLang="en-US"/>
              <a:t>整形：</a:t>
            </a:r>
            <a:r>
              <a:rPr lang="en-US" altLang="zh-CN"/>
              <a:t>int</a:t>
            </a:r>
            <a:endParaRPr lang="en-US" altLang="zh-CN"/>
          </a:p>
          <a:p>
            <a:pPr>
              <a:lnSpc>
                <a:spcPct val="130000"/>
              </a:lnSpc>
            </a:pPr>
            <a:r>
              <a:rPr lang="zh-CN" altLang="en-US"/>
              <a:t>浮点：</a:t>
            </a:r>
            <a:r>
              <a:rPr lang="en-US" altLang="zh-CN"/>
              <a:t>float</a:t>
            </a:r>
            <a:endParaRPr lang="en-US" altLang="zh-CN"/>
          </a:p>
          <a:p>
            <a:pPr>
              <a:lnSpc>
                <a:spcPct val="130000"/>
              </a:lnSpc>
            </a:pPr>
            <a:r>
              <a:rPr lang="zh-CN" altLang="en-US"/>
              <a:t>布尔：</a:t>
            </a:r>
            <a:r>
              <a:rPr lang="en-US" altLang="zh-CN"/>
              <a:t>bool</a:t>
            </a:r>
            <a:endParaRPr lang="en-US" altLang="zh-CN"/>
          </a:p>
          <a:p>
            <a:pPr>
              <a:lnSpc>
                <a:spcPct val="130000"/>
              </a:lnSpc>
            </a:pPr>
            <a:r>
              <a:rPr lang="zh-CN" altLang="en-US"/>
              <a:t>字符串：</a:t>
            </a:r>
            <a:r>
              <a:rPr lang="en-US" altLang="zh-CN"/>
              <a:t>str</a:t>
            </a:r>
            <a:endParaRPr lang="en-US" altLang="zh-CN"/>
          </a:p>
        </p:txBody>
      </p:sp>
      <p:pic>
        <p:nvPicPr>
          <p:cNvPr id="4" name="图片 3"/>
          <p:cNvPicPr>
            <a:picLocks noChangeAspect="1"/>
          </p:cNvPicPr>
          <p:nvPr/>
        </p:nvPicPr>
        <p:blipFill>
          <a:blip r:embed="rId1"/>
          <a:stretch>
            <a:fillRect/>
          </a:stretch>
        </p:blipFill>
        <p:spPr>
          <a:xfrm>
            <a:off x="3078480" y="1132840"/>
            <a:ext cx="7294880" cy="4573905"/>
          </a:xfrm>
          <a:prstGeom prst="rect">
            <a:avLst/>
          </a:prstGeom>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en-US" altLang="zh-CN" sz="2400" b="1" dirty="0"/>
              <a:t>python</a:t>
            </a:r>
            <a:r>
              <a:rPr lang="zh-CN" altLang="en-US" sz="2400" b="1" dirty="0"/>
              <a:t>数据类型</a:t>
            </a:r>
            <a:r>
              <a:rPr lang="en-US" altLang="zh-CN" sz="2400" b="1" dirty="0"/>
              <a:t>-</a:t>
            </a:r>
            <a:r>
              <a:rPr lang="zh-CN" altLang="en-US" sz="2400" b="1" dirty="0"/>
              <a:t>容器与</a:t>
            </a:r>
            <a:r>
              <a:rPr lang="zh-CN" altLang="en-US" sz="2400" b="1" dirty="0"/>
              <a:t>遍历</a:t>
            </a:r>
            <a:endParaRPr lang="zh-CN" altLang="en-US" sz="2400" b="1" dirty="0"/>
          </a:p>
        </p:txBody>
      </p:sp>
      <p:sp>
        <p:nvSpPr>
          <p:cNvPr id="10" name="文本框 9"/>
          <p:cNvSpPr txBox="1"/>
          <p:nvPr/>
        </p:nvSpPr>
        <p:spPr>
          <a:xfrm>
            <a:off x="646430" y="1618615"/>
            <a:ext cx="2506980" cy="1212215"/>
          </a:xfrm>
          <a:prstGeom prst="rect">
            <a:avLst/>
          </a:prstGeom>
          <a:noFill/>
        </p:spPr>
        <p:txBody>
          <a:bodyPr wrap="square" rtlCol="0">
            <a:noAutofit/>
          </a:bodyPr>
          <a:p>
            <a:pPr>
              <a:lnSpc>
                <a:spcPct val="130000"/>
              </a:lnSpc>
            </a:pPr>
            <a:r>
              <a:rPr lang="zh-CN" altLang="en-US"/>
              <a:t>列表：</a:t>
            </a:r>
            <a:r>
              <a:rPr lang="en-US" altLang="zh-CN"/>
              <a:t>[]</a:t>
            </a:r>
            <a:endParaRPr lang="en-US" altLang="zh-CN"/>
          </a:p>
          <a:p>
            <a:pPr>
              <a:lnSpc>
                <a:spcPct val="130000"/>
              </a:lnSpc>
            </a:pPr>
            <a:r>
              <a:rPr lang="zh-CN" altLang="en-US"/>
              <a:t>字典：</a:t>
            </a:r>
            <a:r>
              <a:rPr lang="en-US" altLang="zh-CN"/>
              <a:t>{}</a:t>
            </a:r>
            <a:endParaRPr lang="en-US" altLang="zh-CN"/>
          </a:p>
          <a:p>
            <a:pPr>
              <a:lnSpc>
                <a:spcPct val="130000"/>
              </a:lnSpc>
            </a:pPr>
            <a:r>
              <a:rPr lang="zh-CN" altLang="en-US"/>
              <a:t>元组：</a:t>
            </a:r>
            <a:r>
              <a:rPr lang="en-US" altLang="zh-CN"/>
              <a:t>()</a:t>
            </a:r>
            <a:endParaRPr lang="en-US" altLang="zh-CN"/>
          </a:p>
        </p:txBody>
      </p:sp>
      <p:pic>
        <p:nvPicPr>
          <p:cNvPr id="3" name="图片 2"/>
          <p:cNvPicPr>
            <a:picLocks noChangeAspect="1"/>
          </p:cNvPicPr>
          <p:nvPr/>
        </p:nvPicPr>
        <p:blipFill>
          <a:blip r:embed="rId1"/>
          <a:stretch>
            <a:fillRect/>
          </a:stretch>
        </p:blipFill>
        <p:spPr>
          <a:xfrm>
            <a:off x="5413375" y="911860"/>
            <a:ext cx="5553710" cy="5578475"/>
          </a:xfrm>
          <a:prstGeom prst="rect">
            <a:avLst/>
          </a:prstGeom>
        </p:spPr>
      </p:pic>
      <p:sp>
        <p:nvSpPr>
          <p:cNvPr id="5" name="文本框 4"/>
          <p:cNvSpPr txBox="1"/>
          <p:nvPr/>
        </p:nvSpPr>
        <p:spPr>
          <a:xfrm>
            <a:off x="581025" y="3322955"/>
            <a:ext cx="4064000" cy="1419860"/>
          </a:xfrm>
          <a:prstGeom prst="rect">
            <a:avLst/>
          </a:prstGeom>
          <a:noFill/>
        </p:spPr>
        <p:txBody>
          <a:bodyPr wrap="square" rtlCol="0">
            <a:spAutoFit/>
          </a:bodyPr>
          <a:p>
            <a:pPr>
              <a:lnSpc>
                <a:spcPct val="120000"/>
              </a:lnSpc>
            </a:pPr>
            <a:r>
              <a:rPr lang="zh-CN" altLang="en-US"/>
              <a:t>遍历基本</a:t>
            </a:r>
            <a:r>
              <a:rPr lang="zh-CN" altLang="en-US"/>
              <a:t>语法：</a:t>
            </a:r>
            <a:endParaRPr lang="zh-CN" altLang="en-US"/>
          </a:p>
          <a:p>
            <a:pPr indent="457200">
              <a:lnSpc>
                <a:spcPct val="120000"/>
              </a:lnSpc>
            </a:pPr>
            <a:r>
              <a:rPr lang="en-US" altLang="zh-CN"/>
              <a:t>for </a:t>
            </a:r>
            <a:r>
              <a:rPr lang="zh-CN" altLang="en-US"/>
              <a:t>临时变量</a:t>
            </a:r>
            <a:r>
              <a:rPr lang="en-US" altLang="zh-CN"/>
              <a:t> in </a:t>
            </a:r>
            <a:r>
              <a:rPr lang="zh-CN" altLang="en-US"/>
              <a:t>可迭代对象</a:t>
            </a:r>
            <a:r>
              <a:rPr lang="en-US" altLang="zh-CN"/>
              <a:t>:</a:t>
            </a:r>
            <a:endParaRPr lang="en-US" altLang="zh-CN"/>
          </a:p>
          <a:p>
            <a:pPr marL="457200" lvl="1" indent="457200">
              <a:lnSpc>
                <a:spcPct val="120000"/>
              </a:lnSpc>
            </a:pPr>
            <a:r>
              <a:rPr lang="en-US" altLang="zh-CN"/>
              <a:t>do sth...</a:t>
            </a:r>
            <a:endParaRPr lang="en-US" altLang="zh-CN"/>
          </a:p>
          <a:p>
            <a:pPr marL="457200" lvl="1" indent="457200">
              <a:lnSpc>
                <a:spcPct val="120000"/>
              </a:lnSpc>
            </a:pPr>
            <a:endParaRPr lang="en-US" altLang="zh-CN"/>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en-US" altLang="zh-CN" sz="2400" b="1" dirty="0"/>
              <a:t>python</a:t>
            </a:r>
            <a:r>
              <a:rPr lang="zh-CN" altLang="en-US" sz="2400" b="1" dirty="0"/>
              <a:t>数据类型</a:t>
            </a:r>
            <a:r>
              <a:rPr lang="en-US" altLang="zh-CN" sz="2400" b="1" dirty="0"/>
              <a:t>-</a:t>
            </a:r>
            <a:r>
              <a:rPr lang="zh-CN" altLang="en-US" sz="2400" b="1" dirty="0"/>
              <a:t>类型转换与基本运算符</a:t>
            </a:r>
            <a:endParaRPr lang="zh-CN" altLang="en-US" sz="2400" b="1" dirty="0"/>
          </a:p>
        </p:txBody>
      </p:sp>
      <p:sp>
        <p:nvSpPr>
          <p:cNvPr id="10" name="文本框 9"/>
          <p:cNvSpPr txBox="1"/>
          <p:nvPr/>
        </p:nvSpPr>
        <p:spPr>
          <a:xfrm>
            <a:off x="646430" y="1140460"/>
            <a:ext cx="3546475" cy="1249680"/>
          </a:xfrm>
          <a:prstGeom prst="rect">
            <a:avLst/>
          </a:prstGeom>
          <a:noFill/>
        </p:spPr>
        <p:txBody>
          <a:bodyPr wrap="square" rtlCol="0">
            <a:noAutofit/>
          </a:bodyPr>
          <a:p>
            <a:pPr>
              <a:lnSpc>
                <a:spcPct val="130000"/>
              </a:lnSpc>
            </a:pPr>
            <a:r>
              <a:rPr lang="zh-CN" altLang="en-US"/>
              <a:t>类型强转：类型</a:t>
            </a:r>
            <a:r>
              <a:rPr lang="en-US" altLang="zh-CN"/>
              <a:t>(</a:t>
            </a:r>
            <a:r>
              <a:rPr lang="zh-CN" altLang="en-US"/>
              <a:t>基本类型值</a:t>
            </a:r>
            <a:r>
              <a:rPr lang="en-US" altLang="zh-CN"/>
              <a:t>)</a:t>
            </a:r>
            <a:endParaRPr lang="en-US" altLang="zh-CN"/>
          </a:p>
          <a:p>
            <a:pPr>
              <a:lnSpc>
                <a:spcPct val="130000"/>
              </a:lnSpc>
            </a:pPr>
            <a:r>
              <a:rPr lang="zh-CN" altLang="en-US"/>
              <a:t>数学运算：</a:t>
            </a:r>
            <a:r>
              <a:rPr lang="en-US" altLang="zh-CN"/>
              <a:t>+</a:t>
            </a:r>
            <a:r>
              <a:rPr lang="zh-CN" altLang="en-US"/>
              <a:t>，</a:t>
            </a:r>
            <a:r>
              <a:rPr lang="en-US" altLang="zh-CN"/>
              <a:t>-</a:t>
            </a:r>
            <a:r>
              <a:rPr lang="zh-CN" altLang="en-US"/>
              <a:t>，</a:t>
            </a:r>
            <a:r>
              <a:rPr lang="en-US" altLang="zh-CN"/>
              <a:t>*</a:t>
            </a:r>
            <a:r>
              <a:rPr lang="zh-CN" altLang="en-US"/>
              <a:t>，</a:t>
            </a:r>
            <a:r>
              <a:rPr lang="en-US" altLang="zh-CN"/>
              <a:t>/</a:t>
            </a:r>
            <a:endParaRPr lang="en-US" altLang="zh-CN"/>
          </a:p>
          <a:p>
            <a:pPr>
              <a:lnSpc>
                <a:spcPct val="130000"/>
              </a:lnSpc>
            </a:pPr>
            <a:r>
              <a:rPr lang="zh-CN" altLang="en-US"/>
              <a:t>逻辑运算：</a:t>
            </a:r>
            <a:r>
              <a:rPr lang="en-US" altLang="zh-CN"/>
              <a:t>&amp;</a:t>
            </a:r>
            <a:r>
              <a:rPr lang="zh-CN" altLang="en-US"/>
              <a:t>，</a:t>
            </a:r>
            <a:r>
              <a:rPr lang="en-US" altLang="zh-CN"/>
              <a:t>|</a:t>
            </a:r>
            <a:r>
              <a:rPr lang="zh-CN" altLang="en-US"/>
              <a:t>，</a:t>
            </a:r>
            <a:r>
              <a:rPr lang="en-US" altLang="zh-CN"/>
              <a:t>^</a:t>
            </a:r>
            <a:r>
              <a:rPr lang="zh-CN" altLang="en-US"/>
              <a:t>，</a:t>
            </a:r>
            <a:r>
              <a:rPr lang="en-US" altLang="zh-CN"/>
              <a:t>not</a:t>
            </a:r>
            <a:endParaRPr lang="en-US" altLang="zh-CN"/>
          </a:p>
        </p:txBody>
      </p:sp>
      <p:pic>
        <p:nvPicPr>
          <p:cNvPr id="4" name="图片 3"/>
          <p:cNvPicPr>
            <a:picLocks noChangeAspect="1"/>
          </p:cNvPicPr>
          <p:nvPr/>
        </p:nvPicPr>
        <p:blipFill>
          <a:blip r:embed="rId1"/>
          <a:stretch>
            <a:fillRect/>
          </a:stretch>
        </p:blipFill>
        <p:spPr>
          <a:xfrm>
            <a:off x="902970" y="2844165"/>
            <a:ext cx="10678160" cy="3343275"/>
          </a:xfrm>
          <a:prstGeom prst="rect">
            <a:avLst/>
          </a:prstGeom>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en-US" altLang="zh-CN" sz="2400" b="1" dirty="0"/>
              <a:t>python</a:t>
            </a:r>
            <a:r>
              <a:rPr lang="zh-CN" altLang="en-US" sz="2400" b="1" dirty="0"/>
              <a:t>数据类型</a:t>
            </a:r>
            <a:r>
              <a:rPr lang="en-US" altLang="zh-CN" sz="2400" b="1" dirty="0"/>
              <a:t>-</a:t>
            </a:r>
            <a:r>
              <a:rPr lang="zh-CN" altLang="en-US" sz="2400" b="1" dirty="0"/>
              <a:t>类型转换与基本运算符</a:t>
            </a:r>
            <a:endParaRPr lang="zh-CN" altLang="en-US" sz="2400" b="1" dirty="0"/>
          </a:p>
        </p:txBody>
      </p:sp>
      <p:sp>
        <p:nvSpPr>
          <p:cNvPr id="10" name="文本框 9"/>
          <p:cNvSpPr txBox="1"/>
          <p:nvPr/>
        </p:nvSpPr>
        <p:spPr>
          <a:xfrm>
            <a:off x="646430" y="1140460"/>
            <a:ext cx="3546475" cy="1249680"/>
          </a:xfrm>
          <a:prstGeom prst="rect">
            <a:avLst/>
          </a:prstGeom>
          <a:noFill/>
        </p:spPr>
        <p:txBody>
          <a:bodyPr wrap="square" rtlCol="0">
            <a:noAutofit/>
          </a:bodyPr>
          <a:p>
            <a:pPr>
              <a:lnSpc>
                <a:spcPct val="130000"/>
              </a:lnSpc>
            </a:pPr>
            <a:r>
              <a:rPr lang="zh-CN" altLang="en-US"/>
              <a:t>类型强转：类型</a:t>
            </a:r>
            <a:r>
              <a:rPr lang="en-US" altLang="zh-CN"/>
              <a:t>(</a:t>
            </a:r>
            <a:r>
              <a:rPr lang="zh-CN" altLang="en-US"/>
              <a:t>基本类型值</a:t>
            </a:r>
            <a:r>
              <a:rPr lang="en-US" altLang="zh-CN"/>
              <a:t>)</a:t>
            </a:r>
            <a:endParaRPr lang="en-US" altLang="zh-CN"/>
          </a:p>
          <a:p>
            <a:pPr>
              <a:lnSpc>
                <a:spcPct val="130000"/>
              </a:lnSpc>
            </a:pPr>
            <a:r>
              <a:rPr lang="zh-CN" altLang="en-US"/>
              <a:t>数学运算：</a:t>
            </a:r>
            <a:r>
              <a:rPr lang="en-US" altLang="zh-CN"/>
              <a:t>+</a:t>
            </a:r>
            <a:r>
              <a:rPr lang="zh-CN" altLang="en-US"/>
              <a:t>，</a:t>
            </a:r>
            <a:r>
              <a:rPr lang="en-US" altLang="zh-CN"/>
              <a:t>-</a:t>
            </a:r>
            <a:r>
              <a:rPr lang="zh-CN" altLang="en-US"/>
              <a:t>，</a:t>
            </a:r>
            <a:r>
              <a:rPr lang="en-US" altLang="zh-CN"/>
              <a:t>*</a:t>
            </a:r>
            <a:r>
              <a:rPr lang="zh-CN" altLang="en-US"/>
              <a:t>，</a:t>
            </a:r>
            <a:r>
              <a:rPr lang="en-US" altLang="zh-CN"/>
              <a:t>/</a:t>
            </a:r>
            <a:endParaRPr lang="en-US" altLang="zh-CN"/>
          </a:p>
          <a:p>
            <a:pPr>
              <a:lnSpc>
                <a:spcPct val="130000"/>
              </a:lnSpc>
            </a:pPr>
            <a:r>
              <a:rPr lang="zh-CN" altLang="en-US"/>
              <a:t>逻辑运算：</a:t>
            </a:r>
            <a:r>
              <a:rPr lang="en-US" altLang="zh-CN"/>
              <a:t>&amp;</a:t>
            </a:r>
            <a:r>
              <a:rPr lang="zh-CN" altLang="en-US"/>
              <a:t>，</a:t>
            </a:r>
            <a:r>
              <a:rPr lang="en-US" altLang="zh-CN"/>
              <a:t>|</a:t>
            </a:r>
            <a:r>
              <a:rPr lang="zh-CN" altLang="en-US"/>
              <a:t>，</a:t>
            </a:r>
            <a:r>
              <a:rPr lang="en-US" altLang="zh-CN"/>
              <a:t>^</a:t>
            </a:r>
            <a:r>
              <a:rPr lang="zh-CN" altLang="en-US"/>
              <a:t>，</a:t>
            </a:r>
            <a:r>
              <a:rPr lang="en-US" altLang="zh-CN"/>
              <a:t>not</a:t>
            </a:r>
            <a:endParaRPr lang="en-US" altLang="zh-CN"/>
          </a:p>
        </p:txBody>
      </p:sp>
      <p:pic>
        <p:nvPicPr>
          <p:cNvPr id="4" name="图片 3"/>
          <p:cNvPicPr>
            <a:picLocks noChangeAspect="1"/>
          </p:cNvPicPr>
          <p:nvPr/>
        </p:nvPicPr>
        <p:blipFill>
          <a:blip r:embed="rId1"/>
          <a:stretch>
            <a:fillRect/>
          </a:stretch>
        </p:blipFill>
        <p:spPr>
          <a:xfrm>
            <a:off x="902970" y="2844165"/>
            <a:ext cx="10678160" cy="3343275"/>
          </a:xfrm>
          <a:prstGeom prst="rect">
            <a:avLst/>
          </a:prstGeom>
        </p:spPr>
      </p:pic>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en-US" altLang="zh-CN" sz="2400" b="1" dirty="0"/>
              <a:t>python</a:t>
            </a:r>
            <a:r>
              <a:rPr lang="zh-CN" altLang="en-US" sz="2400" b="1" dirty="0"/>
              <a:t>数据类型</a:t>
            </a:r>
            <a:r>
              <a:rPr lang="en-US" altLang="zh-CN" sz="2400" b="1" dirty="0"/>
              <a:t>-</a:t>
            </a:r>
            <a:r>
              <a:rPr lang="zh-CN" altLang="en-US" sz="2400" b="1" dirty="0"/>
              <a:t>类型转换与基本运算符</a:t>
            </a:r>
            <a:endParaRPr lang="zh-CN" altLang="en-US" sz="2400" b="1" dirty="0"/>
          </a:p>
        </p:txBody>
      </p:sp>
      <p:sp>
        <p:nvSpPr>
          <p:cNvPr id="10" name="文本框 9"/>
          <p:cNvSpPr txBox="1"/>
          <p:nvPr/>
        </p:nvSpPr>
        <p:spPr>
          <a:xfrm>
            <a:off x="646430" y="1140460"/>
            <a:ext cx="3546475" cy="1249680"/>
          </a:xfrm>
          <a:prstGeom prst="rect">
            <a:avLst/>
          </a:prstGeom>
          <a:noFill/>
        </p:spPr>
        <p:txBody>
          <a:bodyPr wrap="square" rtlCol="0">
            <a:noAutofit/>
          </a:bodyPr>
          <a:p>
            <a:pPr>
              <a:lnSpc>
                <a:spcPct val="130000"/>
              </a:lnSpc>
            </a:pPr>
            <a:r>
              <a:rPr lang="zh-CN" altLang="en-US"/>
              <a:t>类型强转：类型</a:t>
            </a:r>
            <a:r>
              <a:rPr lang="en-US" altLang="zh-CN"/>
              <a:t>(</a:t>
            </a:r>
            <a:r>
              <a:rPr lang="zh-CN" altLang="en-US"/>
              <a:t>基本类型值</a:t>
            </a:r>
            <a:r>
              <a:rPr lang="en-US" altLang="zh-CN"/>
              <a:t>)</a:t>
            </a:r>
            <a:endParaRPr lang="en-US" altLang="zh-CN"/>
          </a:p>
          <a:p>
            <a:pPr>
              <a:lnSpc>
                <a:spcPct val="130000"/>
              </a:lnSpc>
            </a:pPr>
            <a:r>
              <a:rPr lang="zh-CN" altLang="en-US"/>
              <a:t>数学运算：</a:t>
            </a:r>
            <a:r>
              <a:rPr lang="en-US" altLang="zh-CN"/>
              <a:t>+</a:t>
            </a:r>
            <a:r>
              <a:rPr lang="zh-CN" altLang="en-US"/>
              <a:t>，</a:t>
            </a:r>
            <a:r>
              <a:rPr lang="en-US" altLang="zh-CN"/>
              <a:t>-</a:t>
            </a:r>
            <a:r>
              <a:rPr lang="zh-CN" altLang="en-US"/>
              <a:t>，</a:t>
            </a:r>
            <a:r>
              <a:rPr lang="en-US" altLang="zh-CN"/>
              <a:t>*</a:t>
            </a:r>
            <a:r>
              <a:rPr lang="zh-CN" altLang="en-US"/>
              <a:t>，</a:t>
            </a:r>
            <a:r>
              <a:rPr lang="en-US" altLang="zh-CN"/>
              <a:t>/</a:t>
            </a:r>
            <a:endParaRPr lang="en-US" altLang="zh-CN"/>
          </a:p>
          <a:p>
            <a:pPr>
              <a:lnSpc>
                <a:spcPct val="130000"/>
              </a:lnSpc>
            </a:pPr>
            <a:r>
              <a:rPr lang="zh-CN" altLang="en-US"/>
              <a:t>逻辑运算：</a:t>
            </a:r>
            <a:r>
              <a:rPr lang="en-US" altLang="zh-CN"/>
              <a:t>&amp;</a:t>
            </a:r>
            <a:r>
              <a:rPr lang="zh-CN" altLang="en-US"/>
              <a:t>，</a:t>
            </a:r>
            <a:r>
              <a:rPr lang="en-US" altLang="zh-CN"/>
              <a:t>|</a:t>
            </a:r>
            <a:r>
              <a:rPr lang="zh-CN" altLang="en-US"/>
              <a:t>，</a:t>
            </a:r>
            <a:r>
              <a:rPr lang="en-US" altLang="zh-CN"/>
              <a:t>^</a:t>
            </a:r>
            <a:r>
              <a:rPr lang="zh-CN" altLang="en-US"/>
              <a:t>，</a:t>
            </a:r>
            <a:r>
              <a:rPr lang="en-US" altLang="zh-CN"/>
              <a:t>not</a:t>
            </a:r>
            <a:endParaRPr lang="en-US" altLang="zh-CN"/>
          </a:p>
        </p:txBody>
      </p:sp>
      <p:pic>
        <p:nvPicPr>
          <p:cNvPr id="4" name="图片 3"/>
          <p:cNvPicPr>
            <a:picLocks noChangeAspect="1"/>
          </p:cNvPicPr>
          <p:nvPr/>
        </p:nvPicPr>
        <p:blipFill>
          <a:blip r:embed="rId1"/>
          <a:stretch>
            <a:fillRect/>
          </a:stretch>
        </p:blipFill>
        <p:spPr>
          <a:xfrm>
            <a:off x="902970" y="2844165"/>
            <a:ext cx="10678160" cy="3343275"/>
          </a:xfrm>
          <a:prstGeom prst="rect">
            <a:avLst/>
          </a:prstGeom>
        </p:spPr>
      </p:pic>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zh-CN" altLang="en-US" sz="2400" b="1" dirty="0"/>
              <a:t>流程控制</a:t>
            </a:r>
            <a:r>
              <a:rPr lang="en-US" altLang="zh-CN" sz="2400" b="1" dirty="0"/>
              <a:t>-if</a:t>
            </a:r>
            <a:r>
              <a:rPr lang="zh-CN" altLang="en-US" sz="2400" b="1" dirty="0"/>
              <a:t>条件判断</a:t>
            </a:r>
            <a:endParaRPr lang="zh-CN" altLang="en-US" sz="2400" b="1" dirty="0"/>
          </a:p>
        </p:txBody>
      </p:sp>
      <p:sp>
        <p:nvSpPr>
          <p:cNvPr id="10" name="文本框 9"/>
          <p:cNvSpPr txBox="1"/>
          <p:nvPr/>
        </p:nvSpPr>
        <p:spPr>
          <a:xfrm>
            <a:off x="646430" y="1443990"/>
            <a:ext cx="2461260" cy="2611120"/>
          </a:xfrm>
          <a:prstGeom prst="rect">
            <a:avLst/>
          </a:prstGeom>
          <a:noFill/>
        </p:spPr>
        <p:txBody>
          <a:bodyPr wrap="square" rtlCol="0">
            <a:noAutofit/>
          </a:bodyPr>
          <a:p>
            <a:pPr>
              <a:lnSpc>
                <a:spcPct val="130000"/>
              </a:lnSpc>
            </a:pPr>
            <a:r>
              <a:rPr lang="zh-CN" altLang="en-US"/>
              <a:t>基本</a:t>
            </a:r>
            <a:r>
              <a:rPr lang="zh-CN" altLang="en-US"/>
              <a:t>语法：</a:t>
            </a:r>
            <a:endParaRPr lang="zh-CN" altLang="en-US"/>
          </a:p>
          <a:p>
            <a:pPr indent="457200">
              <a:lnSpc>
                <a:spcPct val="130000"/>
              </a:lnSpc>
            </a:pPr>
            <a:r>
              <a:rPr lang="en-US" altLang="zh-CN"/>
              <a:t>if </a:t>
            </a:r>
            <a:r>
              <a:rPr lang="zh-CN" altLang="en-US"/>
              <a:t>条件为真</a:t>
            </a:r>
            <a:r>
              <a:rPr lang="en-US" altLang="zh-CN"/>
              <a:t>:</a:t>
            </a:r>
            <a:endParaRPr lang="en-US" altLang="zh-CN"/>
          </a:p>
          <a:p>
            <a:pPr marL="457200" lvl="1" indent="457200">
              <a:lnSpc>
                <a:spcPct val="130000"/>
              </a:lnSpc>
            </a:pPr>
            <a:r>
              <a:rPr lang="en-US" altLang="zh-CN"/>
              <a:t>do sth...</a:t>
            </a:r>
            <a:endParaRPr lang="en-US" altLang="zh-CN"/>
          </a:p>
          <a:p>
            <a:pPr marL="457200" lvl="1" indent="0">
              <a:lnSpc>
                <a:spcPct val="130000"/>
              </a:lnSpc>
            </a:pPr>
            <a:r>
              <a:rPr lang="en-US" altLang="zh-CN"/>
              <a:t>elif </a:t>
            </a:r>
            <a:r>
              <a:rPr lang="zh-CN" altLang="en-US"/>
              <a:t>条件为真</a:t>
            </a:r>
            <a:r>
              <a:rPr lang="en-US" altLang="zh-CN"/>
              <a:t>:</a:t>
            </a:r>
            <a:endParaRPr lang="en-US" altLang="zh-CN"/>
          </a:p>
          <a:p>
            <a:pPr marL="457200" lvl="1" indent="457200">
              <a:lnSpc>
                <a:spcPct val="130000"/>
              </a:lnSpc>
            </a:pPr>
            <a:r>
              <a:rPr lang="en-US" altLang="zh-CN"/>
              <a:t>do sth...</a:t>
            </a:r>
            <a:endParaRPr lang="en-US" altLang="zh-CN"/>
          </a:p>
          <a:p>
            <a:pPr marL="457200" lvl="1" indent="0">
              <a:lnSpc>
                <a:spcPct val="130000"/>
              </a:lnSpc>
            </a:pPr>
            <a:r>
              <a:rPr lang="en-US" altLang="zh-CN"/>
              <a:t>else:</a:t>
            </a:r>
            <a:endParaRPr lang="en-US" altLang="zh-CN"/>
          </a:p>
          <a:p>
            <a:pPr marL="457200" lvl="1" indent="457200">
              <a:lnSpc>
                <a:spcPct val="130000"/>
              </a:lnSpc>
            </a:pPr>
            <a:r>
              <a:rPr lang="en-US" altLang="zh-CN"/>
              <a:t>do sth...</a:t>
            </a:r>
            <a:endParaRPr lang="en-US" altLang="zh-CN"/>
          </a:p>
        </p:txBody>
      </p:sp>
      <p:pic>
        <p:nvPicPr>
          <p:cNvPr id="3" name="图片 2"/>
          <p:cNvPicPr>
            <a:picLocks noChangeAspect="1"/>
          </p:cNvPicPr>
          <p:nvPr/>
        </p:nvPicPr>
        <p:blipFill>
          <a:blip r:embed="rId1"/>
          <a:stretch>
            <a:fillRect/>
          </a:stretch>
        </p:blipFill>
        <p:spPr>
          <a:xfrm>
            <a:off x="4366260" y="2056765"/>
            <a:ext cx="4711065" cy="2459355"/>
          </a:xfrm>
          <a:prstGeom prst="rect">
            <a:avLst/>
          </a:prstGeom>
        </p:spPr>
      </p:pic>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zh-CN" altLang="en-US" sz="2400" b="1" dirty="0"/>
              <a:t>流程控制</a:t>
            </a:r>
            <a:r>
              <a:rPr lang="en-US" altLang="zh-CN" sz="2400" b="1" dirty="0"/>
              <a:t>-for/while</a:t>
            </a:r>
            <a:r>
              <a:rPr lang="zh-CN" altLang="en-US" sz="2400" b="1" dirty="0"/>
              <a:t>循环</a:t>
            </a:r>
            <a:endParaRPr lang="zh-CN" altLang="en-US" sz="2400" b="1" dirty="0"/>
          </a:p>
        </p:txBody>
      </p:sp>
      <p:sp>
        <p:nvSpPr>
          <p:cNvPr id="10" name="文本框 9"/>
          <p:cNvSpPr txBox="1"/>
          <p:nvPr/>
        </p:nvSpPr>
        <p:spPr>
          <a:xfrm>
            <a:off x="646430" y="1536065"/>
            <a:ext cx="3463925" cy="2124710"/>
          </a:xfrm>
          <a:prstGeom prst="rect">
            <a:avLst/>
          </a:prstGeom>
          <a:noFill/>
        </p:spPr>
        <p:txBody>
          <a:bodyPr wrap="square" rtlCol="0">
            <a:noAutofit/>
          </a:bodyPr>
          <a:p>
            <a:pPr>
              <a:lnSpc>
                <a:spcPct val="130000"/>
              </a:lnSpc>
            </a:pPr>
            <a:r>
              <a:rPr lang="en-US"/>
              <a:t>for </a:t>
            </a:r>
            <a:r>
              <a:rPr lang="zh-CN" altLang="en-US"/>
              <a:t>临时变量</a:t>
            </a:r>
            <a:r>
              <a:rPr lang="en-US" altLang="zh-CN"/>
              <a:t> in </a:t>
            </a:r>
            <a:r>
              <a:rPr lang="zh-CN" altLang="en-US"/>
              <a:t>可迭代对象</a:t>
            </a:r>
            <a:r>
              <a:rPr lang="en-US" altLang="zh-CN"/>
              <a:t>:</a:t>
            </a:r>
            <a:endParaRPr lang="en-US" altLang="zh-CN"/>
          </a:p>
          <a:p>
            <a:pPr indent="457200">
              <a:lnSpc>
                <a:spcPct val="130000"/>
              </a:lnSpc>
            </a:pPr>
            <a:r>
              <a:rPr lang="en-US" altLang="zh-CN"/>
              <a:t>do sth...</a:t>
            </a:r>
            <a:endParaRPr lang="en-US" altLang="zh-CN"/>
          </a:p>
          <a:p>
            <a:pPr indent="457200">
              <a:lnSpc>
                <a:spcPct val="130000"/>
              </a:lnSpc>
            </a:pPr>
            <a:endParaRPr lang="en-US" altLang="zh-CN"/>
          </a:p>
          <a:p>
            <a:pPr indent="0">
              <a:lnSpc>
                <a:spcPct val="130000"/>
              </a:lnSpc>
            </a:pPr>
            <a:r>
              <a:rPr lang="en-US" altLang="zh-CN"/>
              <a:t>while </a:t>
            </a:r>
            <a:r>
              <a:rPr lang="zh-CN" altLang="en-US"/>
              <a:t>条件为真</a:t>
            </a:r>
            <a:r>
              <a:rPr lang="en-US" altLang="zh-CN"/>
              <a:t>:</a:t>
            </a:r>
            <a:endParaRPr lang="en-US" altLang="zh-CN"/>
          </a:p>
          <a:p>
            <a:pPr indent="457200">
              <a:lnSpc>
                <a:spcPct val="130000"/>
              </a:lnSpc>
            </a:pPr>
            <a:r>
              <a:rPr lang="en-US" altLang="zh-CN"/>
              <a:t>do sth...</a:t>
            </a:r>
            <a:endParaRPr lang="en-US" altLang="zh-CN"/>
          </a:p>
        </p:txBody>
      </p:sp>
      <p:pic>
        <p:nvPicPr>
          <p:cNvPr id="4" name="图片 3"/>
          <p:cNvPicPr>
            <a:picLocks noChangeAspect="1"/>
          </p:cNvPicPr>
          <p:nvPr/>
        </p:nvPicPr>
        <p:blipFill>
          <a:blip r:embed="rId1"/>
          <a:stretch>
            <a:fillRect/>
          </a:stretch>
        </p:blipFill>
        <p:spPr>
          <a:xfrm>
            <a:off x="4603750" y="1665605"/>
            <a:ext cx="4936490" cy="3526155"/>
          </a:xfrm>
          <a:prstGeom prst="rect">
            <a:avLst/>
          </a:prstGeom>
        </p:spPr>
      </p:pic>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zh-CN" altLang="en-US" sz="2400" b="1" dirty="0"/>
              <a:t>流程控制</a:t>
            </a:r>
            <a:r>
              <a:rPr lang="en-US" altLang="zh-CN" sz="2400" b="1" dirty="0"/>
              <a:t>-</a:t>
            </a:r>
            <a:r>
              <a:rPr lang="zh-CN" altLang="en-US" sz="2400" b="1" dirty="0"/>
              <a:t>嵌套循环与</a:t>
            </a:r>
            <a:r>
              <a:rPr lang="en-US" altLang="zh-CN" sz="2400" b="1" dirty="0"/>
              <a:t>break/continue</a:t>
            </a:r>
            <a:endParaRPr lang="en-US" altLang="zh-CN" sz="2400" b="1" dirty="0"/>
          </a:p>
        </p:txBody>
      </p:sp>
      <p:pic>
        <p:nvPicPr>
          <p:cNvPr id="3" name="图片 2"/>
          <p:cNvPicPr>
            <a:picLocks noChangeAspect="1"/>
          </p:cNvPicPr>
          <p:nvPr/>
        </p:nvPicPr>
        <p:blipFill>
          <a:blip r:embed="rId1"/>
          <a:stretch>
            <a:fillRect/>
          </a:stretch>
        </p:blipFill>
        <p:spPr>
          <a:xfrm>
            <a:off x="5078095" y="1536065"/>
            <a:ext cx="6161405" cy="4204335"/>
          </a:xfrm>
          <a:prstGeom prst="rect">
            <a:avLst/>
          </a:prstGeom>
        </p:spPr>
      </p:pic>
      <p:sp>
        <p:nvSpPr>
          <p:cNvPr id="5" name="文本框 4"/>
          <p:cNvSpPr txBox="1"/>
          <p:nvPr/>
        </p:nvSpPr>
        <p:spPr>
          <a:xfrm>
            <a:off x="646430" y="1701800"/>
            <a:ext cx="3915410" cy="1111885"/>
          </a:xfrm>
          <a:prstGeom prst="rect">
            <a:avLst/>
          </a:prstGeom>
          <a:noFill/>
        </p:spPr>
        <p:txBody>
          <a:bodyPr wrap="square" rtlCol="0">
            <a:noAutofit/>
          </a:bodyPr>
          <a:p>
            <a:pPr>
              <a:lnSpc>
                <a:spcPct val="130000"/>
              </a:lnSpc>
            </a:pPr>
            <a:r>
              <a:rPr lang="en-US"/>
              <a:t>for</a:t>
            </a:r>
            <a:r>
              <a:rPr lang="zh-CN" altLang="en-US"/>
              <a:t>循环和</a:t>
            </a:r>
            <a:r>
              <a:rPr lang="en-US" altLang="zh-CN"/>
              <a:t>while</a:t>
            </a:r>
            <a:r>
              <a:rPr lang="zh-CN" altLang="en-US"/>
              <a:t>循环可以任意</a:t>
            </a:r>
            <a:r>
              <a:rPr lang="zh-CN" altLang="en-US"/>
              <a:t>嵌套。</a:t>
            </a:r>
            <a:endParaRPr lang="zh-CN" altLang="en-US"/>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zh-CN" altLang="en-US" sz="2400" b="1" dirty="0"/>
              <a:t>函数与模块</a:t>
            </a:r>
            <a:r>
              <a:rPr lang="en-US" altLang="zh-CN" sz="2400" b="1" dirty="0"/>
              <a:t>-</a:t>
            </a:r>
            <a:r>
              <a:rPr lang="zh-CN" altLang="en-US" sz="2400" b="1" dirty="0"/>
              <a:t>函数定义与调用</a:t>
            </a:r>
            <a:endParaRPr lang="zh-CN" altLang="en-US" sz="2400" b="1" dirty="0"/>
          </a:p>
        </p:txBody>
      </p:sp>
      <p:pic>
        <p:nvPicPr>
          <p:cNvPr id="4" name="图片 3"/>
          <p:cNvPicPr>
            <a:picLocks noChangeAspect="1"/>
          </p:cNvPicPr>
          <p:nvPr/>
        </p:nvPicPr>
        <p:blipFill>
          <a:blip r:embed="rId1"/>
          <a:stretch>
            <a:fillRect/>
          </a:stretch>
        </p:blipFill>
        <p:spPr>
          <a:xfrm>
            <a:off x="4693920" y="2153920"/>
            <a:ext cx="7020560" cy="2324100"/>
          </a:xfrm>
          <a:prstGeom prst="rect">
            <a:avLst/>
          </a:prstGeom>
        </p:spPr>
      </p:pic>
      <p:sp>
        <p:nvSpPr>
          <p:cNvPr id="7" name="文本框 6"/>
          <p:cNvSpPr txBox="1"/>
          <p:nvPr/>
        </p:nvSpPr>
        <p:spPr>
          <a:xfrm>
            <a:off x="646430" y="1876425"/>
            <a:ext cx="3915410" cy="1111885"/>
          </a:xfrm>
          <a:prstGeom prst="rect">
            <a:avLst/>
          </a:prstGeom>
          <a:noFill/>
        </p:spPr>
        <p:txBody>
          <a:bodyPr wrap="square" rtlCol="0">
            <a:noAutofit/>
          </a:bodyPr>
          <a:p>
            <a:pPr>
              <a:lnSpc>
                <a:spcPct val="130000"/>
              </a:lnSpc>
            </a:pPr>
            <a:r>
              <a:rPr lang="en-US"/>
              <a:t>def </a:t>
            </a:r>
            <a:r>
              <a:rPr lang="zh-CN" altLang="en-US"/>
              <a:t>函数名</a:t>
            </a:r>
            <a:r>
              <a:rPr lang="en-US" altLang="zh-CN"/>
              <a:t>(</a:t>
            </a:r>
            <a:r>
              <a:rPr lang="zh-CN" altLang="en-US"/>
              <a:t>入参</a:t>
            </a:r>
            <a:r>
              <a:rPr lang="en-US" altLang="zh-CN"/>
              <a:t>):</a:t>
            </a:r>
            <a:endParaRPr lang="en-US" altLang="zh-CN"/>
          </a:p>
          <a:p>
            <a:pPr indent="457200">
              <a:lnSpc>
                <a:spcPct val="130000"/>
              </a:lnSpc>
            </a:pPr>
            <a:r>
              <a:rPr lang="en-US" altLang="zh-CN"/>
              <a:t>do sth...</a:t>
            </a:r>
            <a:endParaRPr lang="en-US" altLang="zh-CN"/>
          </a:p>
          <a:p>
            <a:pPr indent="457200">
              <a:lnSpc>
                <a:spcPct val="130000"/>
              </a:lnSpc>
            </a:pPr>
            <a:r>
              <a:rPr lang="en-US" altLang="zh-CN"/>
              <a:t>return</a:t>
            </a:r>
            <a:endParaRPr lang="en-US" altLang="zh-CN"/>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zh-CN" altLang="en-US" sz="2400" b="1" dirty="0"/>
              <a:t>函数与模块</a:t>
            </a:r>
            <a:r>
              <a:rPr lang="en-US" altLang="zh-CN" sz="2400" b="1" dirty="0"/>
              <a:t>-</a:t>
            </a:r>
            <a:r>
              <a:rPr lang="zh-CN" altLang="en-US" sz="2400" b="1" dirty="0"/>
              <a:t>模块导入</a:t>
            </a:r>
            <a:endParaRPr lang="zh-CN" altLang="en-US" sz="2400" b="1" dirty="0"/>
          </a:p>
        </p:txBody>
      </p:sp>
      <p:pic>
        <p:nvPicPr>
          <p:cNvPr id="5" name="图片 4"/>
          <p:cNvPicPr>
            <a:picLocks noChangeAspect="1"/>
          </p:cNvPicPr>
          <p:nvPr/>
        </p:nvPicPr>
        <p:blipFill>
          <a:blip r:embed="rId1"/>
          <a:stretch>
            <a:fillRect/>
          </a:stretch>
        </p:blipFill>
        <p:spPr>
          <a:xfrm>
            <a:off x="2664460" y="1734185"/>
            <a:ext cx="6142355" cy="2853690"/>
          </a:xfrm>
          <a:prstGeom prst="rect">
            <a:avLst/>
          </a:prstGeom>
        </p:spPr>
      </p:pic>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zh-CN" altLang="en-US" sz="2400" b="1" dirty="0"/>
              <a:t>安装第三方库</a:t>
            </a:r>
            <a:endParaRPr lang="zh-CN" altLang="en-US" sz="2400" b="1" dirty="0"/>
          </a:p>
        </p:txBody>
      </p:sp>
      <p:sp>
        <p:nvSpPr>
          <p:cNvPr id="3" name="文本框 2"/>
          <p:cNvSpPr txBox="1"/>
          <p:nvPr/>
        </p:nvSpPr>
        <p:spPr>
          <a:xfrm>
            <a:off x="654685" y="1183005"/>
            <a:ext cx="6096000" cy="922020"/>
          </a:xfrm>
          <a:prstGeom prst="rect">
            <a:avLst/>
          </a:prstGeom>
          <a:noFill/>
        </p:spPr>
        <p:txBody>
          <a:bodyPr wrap="square" rtlCol="0" anchor="t">
            <a:spAutoFit/>
          </a:bodyPr>
          <a:p>
            <a:pPr indent="457200"/>
            <a:r>
              <a:rPr lang="zh-CN" altLang="en-US"/>
              <a:t>常用</a:t>
            </a:r>
            <a:r>
              <a:rPr lang="en-US" altLang="zh-CN"/>
              <a:t>pip</a:t>
            </a:r>
            <a:r>
              <a:rPr lang="zh-CN" altLang="en-US"/>
              <a:t>命令进行第三方库的安装：</a:t>
            </a:r>
            <a:endParaRPr lang="en-US" altLang="zh-CN"/>
          </a:p>
          <a:p>
            <a:pPr indent="457200"/>
            <a:endParaRPr lang="en-US" altLang="zh-CN"/>
          </a:p>
          <a:p>
            <a:pPr indent="457200"/>
            <a:r>
              <a:rPr lang="en-US" altLang="zh-CN" b="1"/>
              <a:t>pip install </a:t>
            </a:r>
            <a:r>
              <a:rPr lang="zh-CN" altLang="en-US" b="1"/>
              <a:t>包名</a:t>
            </a:r>
            <a:r>
              <a:rPr lang="en-US" altLang="zh-CN" b="1"/>
              <a:t> -i </a:t>
            </a:r>
            <a:r>
              <a:rPr lang="zh-CN" altLang="en-US" b="1"/>
              <a:t>镜像</a:t>
            </a:r>
            <a:r>
              <a:rPr lang="zh-CN" altLang="en-US" b="1"/>
              <a:t>地址</a:t>
            </a:r>
            <a:endParaRPr lang="zh-CN" altLang="en-US" b="1"/>
          </a:p>
        </p:txBody>
      </p:sp>
      <p:sp>
        <p:nvSpPr>
          <p:cNvPr id="4" name="文本框 3"/>
          <p:cNvSpPr txBox="1"/>
          <p:nvPr/>
        </p:nvSpPr>
        <p:spPr>
          <a:xfrm>
            <a:off x="1160780" y="2381250"/>
            <a:ext cx="9384665" cy="1170305"/>
          </a:xfrm>
          <a:prstGeom prst="rect">
            <a:avLst/>
          </a:prstGeom>
          <a:noFill/>
        </p:spPr>
        <p:txBody>
          <a:bodyPr wrap="square" rtlCol="0">
            <a:spAutoFit/>
          </a:bodyPr>
          <a:p>
            <a:pPr indent="457200">
              <a:lnSpc>
                <a:spcPct val="130000"/>
              </a:lnSpc>
            </a:pPr>
            <a:r>
              <a:rPr lang="zh-CN" altLang="en-US"/>
              <a:t>执行命令之后</a:t>
            </a:r>
            <a:r>
              <a:rPr lang="en-US" altLang="zh-CN"/>
              <a:t>pip</a:t>
            </a:r>
            <a:r>
              <a:rPr lang="zh-CN" altLang="en-US"/>
              <a:t>会下载对应的包，不过官方的下载源处于国外，所以下载可能会因为网络问题而失败。这个时候可以使用</a:t>
            </a:r>
            <a:r>
              <a:rPr lang="en-US" altLang="zh-CN"/>
              <a:t>`-i`</a:t>
            </a:r>
            <a:r>
              <a:rPr lang="zh-CN" altLang="en-US"/>
              <a:t>参数添加国内的镜像源，来加速下载。</a:t>
            </a:r>
            <a:endParaRPr lang="zh-CN" altLang="en-US"/>
          </a:p>
          <a:p>
            <a:pPr indent="457200">
              <a:lnSpc>
                <a:spcPct val="130000"/>
              </a:lnSpc>
            </a:pPr>
            <a:r>
              <a:rPr lang="en-US" altLang="zh-CN"/>
              <a:t>pip install flask -i https://pypi.tuna.tsinghua.edu.cn/simple</a:t>
            </a:r>
            <a:endParaRPr lang="en-US" altLang="zh-CN"/>
          </a:p>
        </p:txBody>
      </p:sp>
      <p:sp>
        <p:nvSpPr>
          <p:cNvPr id="6" name="文本框 5"/>
          <p:cNvSpPr txBox="1"/>
          <p:nvPr/>
        </p:nvSpPr>
        <p:spPr>
          <a:xfrm>
            <a:off x="1160780" y="3853815"/>
            <a:ext cx="7496810" cy="2084070"/>
          </a:xfrm>
          <a:prstGeom prst="rect">
            <a:avLst/>
          </a:prstGeom>
          <a:noFill/>
        </p:spPr>
        <p:txBody>
          <a:bodyPr wrap="square" rtlCol="0">
            <a:spAutoFit/>
          </a:bodyPr>
          <a:p>
            <a:pPr>
              <a:lnSpc>
                <a:spcPct val="120000"/>
              </a:lnSpc>
            </a:pPr>
            <a:r>
              <a:rPr lang="zh-CN" altLang="en-US" b="1"/>
              <a:t>常用镜像源</a:t>
            </a:r>
            <a:endParaRPr lang="zh-CN" altLang="en-US" b="1"/>
          </a:p>
          <a:p>
            <a:pPr>
              <a:lnSpc>
                <a:spcPct val="120000"/>
              </a:lnSpc>
            </a:pPr>
            <a:r>
              <a:rPr lang="en-US" altLang="zh-CN"/>
              <a:t># </a:t>
            </a:r>
            <a:r>
              <a:rPr lang="zh-CN" altLang="en-US"/>
              <a:t>清华源</a:t>
            </a:r>
            <a:endParaRPr lang="zh-CN" altLang="en-US"/>
          </a:p>
          <a:p>
            <a:pPr>
              <a:lnSpc>
                <a:spcPct val="120000"/>
              </a:lnSpc>
            </a:pPr>
            <a:r>
              <a:rPr lang="en-US" altLang="zh-CN"/>
              <a:t>https://pypi.tuna.tsinghua.edu.cn/simple</a:t>
            </a:r>
            <a:endParaRPr lang="en-US" altLang="zh-CN"/>
          </a:p>
          <a:p>
            <a:pPr>
              <a:lnSpc>
                <a:spcPct val="120000"/>
              </a:lnSpc>
            </a:pPr>
            <a:endParaRPr lang="en-US" altLang="zh-CN"/>
          </a:p>
          <a:p>
            <a:pPr>
              <a:lnSpc>
                <a:spcPct val="120000"/>
              </a:lnSpc>
            </a:pPr>
            <a:r>
              <a:rPr lang="en-US" altLang="zh-CN"/>
              <a:t># </a:t>
            </a:r>
            <a:r>
              <a:rPr lang="zh-CN" altLang="en-US"/>
              <a:t>上交大</a:t>
            </a:r>
            <a:endParaRPr lang="zh-CN" altLang="en-US"/>
          </a:p>
          <a:p>
            <a:pPr>
              <a:lnSpc>
                <a:spcPct val="120000"/>
              </a:lnSpc>
            </a:pPr>
            <a:r>
              <a:rPr lang="en-US" altLang="zh-CN"/>
              <a:t>https://mirror.sjtu.edu.cn/pypi/web/simple/</a:t>
            </a:r>
            <a:endParaRPr lang="en-US" altLang="zh-CN"/>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zh-CN" altLang="en-US" sz="2400" b="1" dirty="0"/>
              <a:t>类与面向对象基础</a:t>
            </a:r>
            <a:endParaRPr lang="zh-CN" altLang="en-US" sz="2400" b="1" dirty="0"/>
          </a:p>
        </p:txBody>
      </p:sp>
      <p:sp>
        <p:nvSpPr>
          <p:cNvPr id="3" name="文本框 2"/>
          <p:cNvSpPr txBox="1"/>
          <p:nvPr/>
        </p:nvSpPr>
        <p:spPr>
          <a:xfrm>
            <a:off x="875665" y="1113790"/>
            <a:ext cx="8979535" cy="645160"/>
          </a:xfrm>
          <a:prstGeom prst="rect">
            <a:avLst/>
          </a:prstGeom>
          <a:noFill/>
        </p:spPr>
        <p:txBody>
          <a:bodyPr wrap="square" rtlCol="0">
            <a:spAutoFit/>
          </a:bodyPr>
          <a:p>
            <a:pPr indent="457200"/>
            <a:r>
              <a:rPr lang="zh-CN" altLang="en-US"/>
              <a:t>面向对象就是把现实世界的事物抽象成对象，用对象的属性（数据）和方法（行为）来组织和管理程序。</a:t>
            </a:r>
            <a:endParaRPr lang="en-US" altLang="zh-CN"/>
          </a:p>
        </p:txBody>
      </p:sp>
      <p:pic>
        <p:nvPicPr>
          <p:cNvPr id="4" name="图片 3"/>
          <p:cNvPicPr>
            <a:picLocks noChangeAspect="1"/>
          </p:cNvPicPr>
          <p:nvPr/>
        </p:nvPicPr>
        <p:blipFill>
          <a:blip r:embed="rId1"/>
          <a:stretch>
            <a:fillRect/>
          </a:stretch>
        </p:blipFill>
        <p:spPr>
          <a:xfrm>
            <a:off x="5207635" y="1758950"/>
            <a:ext cx="6443345" cy="4261485"/>
          </a:xfrm>
          <a:prstGeom prst="rect">
            <a:avLst/>
          </a:prstGeom>
        </p:spPr>
      </p:pic>
      <p:sp>
        <p:nvSpPr>
          <p:cNvPr id="6" name="文本框 5"/>
          <p:cNvSpPr txBox="1"/>
          <p:nvPr/>
        </p:nvSpPr>
        <p:spPr>
          <a:xfrm>
            <a:off x="875665" y="2236470"/>
            <a:ext cx="4064000" cy="645160"/>
          </a:xfrm>
          <a:prstGeom prst="rect">
            <a:avLst/>
          </a:prstGeom>
          <a:noFill/>
        </p:spPr>
        <p:txBody>
          <a:bodyPr wrap="square" rtlCol="0">
            <a:spAutoFit/>
          </a:bodyPr>
          <a:p>
            <a:pPr indent="457200"/>
            <a:r>
              <a:rPr lang="zh-CN" altLang="en-US"/>
              <a:t>类包含属性和方法。类实例化后的变量就是一个</a:t>
            </a:r>
            <a:r>
              <a:rPr lang="zh-CN" altLang="en-US"/>
              <a:t>对象。</a:t>
            </a:r>
            <a:endParaRPr lang="zh-CN" altLang="en-US"/>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en-US" altLang="zh-CN" sz="2400" b="1" dirty="0"/>
              <a:t>python</a:t>
            </a:r>
            <a:r>
              <a:rPr lang="zh-CN" altLang="en-US" sz="2400" b="1" dirty="0"/>
              <a:t>控制机器人基本运动</a:t>
            </a:r>
            <a:endParaRPr lang="zh-CN" altLang="en-US" sz="2400" b="1" dirty="0"/>
          </a:p>
        </p:txBody>
      </p:sp>
      <p:sp>
        <p:nvSpPr>
          <p:cNvPr id="3" name="文本框 2"/>
          <p:cNvSpPr txBox="1"/>
          <p:nvPr/>
        </p:nvSpPr>
        <p:spPr>
          <a:xfrm>
            <a:off x="691515" y="1122680"/>
            <a:ext cx="10397490" cy="1897380"/>
          </a:xfrm>
          <a:prstGeom prst="rect">
            <a:avLst/>
          </a:prstGeom>
          <a:noFill/>
        </p:spPr>
        <p:txBody>
          <a:bodyPr wrap="square" rtlCol="0">
            <a:noAutofit/>
          </a:bodyPr>
          <a:p>
            <a:pPr indent="457200">
              <a:lnSpc>
                <a:spcPct val="120000"/>
              </a:lnSpc>
            </a:pPr>
            <a:r>
              <a:rPr lang="zh-CN" altLang="en-US"/>
              <a:t>连接到机器人，使用</a:t>
            </a:r>
            <a:r>
              <a:rPr lang="en-US" altLang="zh-CN"/>
              <a:t>conda</a:t>
            </a:r>
            <a:r>
              <a:rPr lang="zh-CN" altLang="en-US"/>
              <a:t>创建虚拟环境，激活。进入</a:t>
            </a:r>
            <a:r>
              <a:rPr lang="en-US" altLang="zh-CN"/>
              <a:t>`/home/pi/TonyPi/HiwonderSDK`</a:t>
            </a:r>
            <a:r>
              <a:rPr lang="zh-CN" altLang="en-US"/>
              <a:t>路径。为</a:t>
            </a:r>
            <a:r>
              <a:rPr lang="en-US" altLang="zh-CN"/>
              <a:t>HiwonderSDK</a:t>
            </a:r>
            <a:r>
              <a:rPr lang="zh-CN" altLang="en-US"/>
              <a:t>赋予执行权：</a:t>
            </a:r>
            <a:endParaRPr lang="zh-CN" altLang="en-US"/>
          </a:p>
          <a:p>
            <a:pPr indent="457200" algn="ctr">
              <a:lnSpc>
                <a:spcPct val="120000"/>
              </a:lnSpc>
            </a:pPr>
            <a:r>
              <a:rPr lang="en-US" altLang="zh-CN" b="1"/>
              <a:t>chmod +x /home/pi/TonyPi/HiwonderSDK</a:t>
            </a:r>
            <a:endParaRPr lang="en-US" altLang="zh-CN" b="1"/>
          </a:p>
          <a:p>
            <a:pPr indent="0" algn="l">
              <a:lnSpc>
                <a:spcPct val="120000"/>
              </a:lnSpc>
            </a:pPr>
            <a:r>
              <a:rPr lang="zh-CN" altLang="en-US"/>
              <a:t>然后安装</a:t>
            </a:r>
            <a:r>
              <a:rPr lang="en-US" altLang="zh-CN"/>
              <a:t>HiwonderSDK</a:t>
            </a:r>
            <a:r>
              <a:rPr lang="zh-CN" altLang="en-US"/>
              <a:t>：</a:t>
            </a:r>
            <a:endParaRPr lang="zh-CN" altLang="en-US"/>
          </a:p>
          <a:p>
            <a:pPr indent="457200" algn="ctr">
              <a:lnSpc>
                <a:spcPct val="120000"/>
              </a:lnSpc>
            </a:pPr>
            <a:r>
              <a:rPr lang="en-US" altLang="zh-CN" b="1"/>
              <a:t>pip install .</a:t>
            </a:r>
            <a:endParaRPr lang="en-US" altLang="zh-CN" b="1"/>
          </a:p>
          <a:p>
            <a:pPr indent="457200">
              <a:lnSpc>
                <a:spcPct val="120000"/>
              </a:lnSpc>
            </a:pPr>
            <a:endParaRPr lang="en-US" altLang="zh-CN" b="1"/>
          </a:p>
        </p:txBody>
      </p:sp>
      <p:sp>
        <p:nvSpPr>
          <p:cNvPr id="5" name="文本框 4"/>
          <p:cNvSpPr txBox="1"/>
          <p:nvPr/>
        </p:nvSpPr>
        <p:spPr>
          <a:xfrm>
            <a:off x="783590" y="3190875"/>
            <a:ext cx="4064000" cy="368300"/>
          </a:xfrm>
          <a:prstGeom prst="rect">
            <a:avLst/>
          </a:prstGeom>
          <a:noFill/>
        </p:spPr>
        <p:txBody>
          <a:bodyPr wrap="square" rtlCol="0">
            <a:spAutoFit/>
          </a:bodyPr>
          <a:p>
            <a:r>
              <a:rPr lang="zh-CN" altLang="en-US"/>
              <a:t>安装完成会有如下</a:t>
            </a:r>
            <a:r>
              <a:rPr lang="zh-CN" altLang="en-US"/>
              <a:t>提示：</a:t>
            </a:r>
            <a:endParaRPr lang="zh-CN" altLang="en-US"/>
          </a:p>
        </p:txBody>
      </p:sp>
      <p:pic>
        <p:nvPicPr>
          <p:cNvPr id="7" name="图片 6"/>
          <p:cNvPicPr>
            <a:picLocks noChangeAspect="1"/>
          </p:cNvPicPr>
          <p:nvPr/>
        </p:nvPicPr>
        <p:blipFill>
          <a:blip r:embed="rId1"/>
          <a:stretch>
            <a:fillRect/>
          </a:stretch>
        </p:blipFill>
        <p:spPr>
          <a:xfrm>
            <a:off x="3195320" y="3674110"/>
            <a:ext cx="4618990" cy="925830"/>
          </a:xfrm>
          <a:prstGeom prst="rect">
            <a:avLst/>
          </a:prstGeom>
        </p:spPr>
      </p:pic>
      <p:sp>
        <p:nvSpPr>
          <p:cNvPr id="8" name="文本框 7"/>
          <p:cNvSpPr txBox="1"/>
          <p:nvPr/>
        </p:nvSpPr>
        <p:spPr>
          <a:xfrm>
            <a:off x="857250" y="4958715"/>
            <a:ext cx="8693785" cy="645160"/>
          </a:xfrm>
          <a:prstGeom prst="rect">
            <a:avLst/>
          </a:prstGeom>
          <a:noFill/>
        </p:spPr>
        <p:txBody>
          <a:bodyPr wrap="square" rtlCol="0">
            <a:spAutoFit/>
          </a:bodyPr>
          <a:p>
            <a:r>
              <a:rPr lang="en-US" altLang="zh-CN"/>
              <a:t>pyserial</a:t>
            </a:r>
            <a:r>
              <a:rPr lang="zh-CN" altLang="en-US"/>
              <a:t>是串口通信库，如果提示没有，下载</a:t>
            </a:r>
            <a:r>
              <a:rPr lang="zh-CN" altLang="en-US"/>
              <a:t>即可：</a:t>
            </a:r>
            <a:endParaRPr lang="zh-CN" altLang="en-US"/>
          </a:p>
          <a:p>
            <a:pPr algn="ctr"/>
            <a:r>
              <a:rPr lang="en-US" altLang="zh-CN" b="1"/>
              <a:t>pip install pyserial -i https://mirrors.tuna.tsinghua.edu.cn/pypi/web/simple</a:t>
            </a:r>
            <a:endParaRPr lang="en-US" altLang="zh-CN" b="1"/>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en-US" altLang="zh-CN" sz="2400" b="1" dirty="0">
                <a:sym typeface="+mn-ea"/>
              </a:rPr>
              <a:t>python</a:t>
            </a:r>
            <a:r>
              <a:rPr lang="zh-CN" altLang="en-US" sz="2400" b="1" dirty="0">
                <a:sym typeface="+mn-ea"/>
              </a:rPr>
              <a:t>控制机器人基本运动</a:t>
            </a:r>
            <a:endParaRPr lang="zh-CN" altLang="en-US" sz="2400" b="1" dirty="0"/>
          </a:p>
        </p:txBody>
      </p:sp>
      <p:sp>
        <p:nvSpPr>
          <p:cNvPr id="3" name="文本框 2"/>
          <p:cNvSpPr txBox="1"/>
          <p:nvPr/>
        </p:nvSpPr>
        <p:spPr>
          <a:xfrm>
            <a:off x="875665" y="1113790"/>
            <a:ext cx="9328785" cy="922020"/>
          </a:xfrm>
          <a:prstGeom prst="rect">
            <a:avLst/>
          </a:prstGeom>
          <a:noFill/>
        </p:spPr>
        <p:txBody>
          <a:bodyPr wrap="square" rtlCol="0">
            <a:spAutoFit/>
          </a:bodyPr>
          <a:p>
            <a:pPr marL="457200" lvl="1" indent="0"/>
            <a:r>
              <a:rPr lang="zh-CN" altLang="en-US"/>
              <a:t>创建也给文件夹用于存放源代码文件：</a:t>
            </a:r>
            <a:endParaRPr lang="zh-CN" altLang="en-US"/>
          </a:p>
          <a:p>
            <a:pPr indent="457200" algn="ctr"/>
            <a:r>
              <a:rPr lang="en-US" altLang="zh-CN" b="1"/>
              <a:t>mkdir /home/pi/src</a:t>
            </a:r>
            <a:endParaRPr lang="en-US" altLang="zh-CN" b="1"/>
          </a:p>
          <a:p>
            <a:pPr indent="457200" algn="l"/>
            <a:r>
              <a:rPr lang="zh-CN" altLang="en-US"/>
              <a:t>创建一个</a:t>
            </a:r>
            <a:r>
              <a:rPr lang="en-US" altLang="zh-CN"/>
              <a:t>test01.py</a:t>
            </a:r>
            <a:r>
              <a:rPr lang="zh-CN" altLang="en-US"/>
              <a:t>文件，编写：</a:t>
            </a:r>
            <a:endParaRPr lang="en-US" altLang="zh-CN"/>
          </a:p>
        </p:txBody>
      </p:sp>
      <p:pic>
        <p:nvPicPr>
          <p:cNvPr id="5" name="图片 4"/>
          <p:cNvPicPr>
            <a:picLocks noChangeAspect="1"/>
          </p:cNvPicPr>
          <p:nvPr/>
        </p:nvPicPr>
        <p:blipFill>
          <a:blip r:embed="rId1"/>
          <a:stretch>
            <a:fillRect/>
          </a:stretch>
        </p:blipFill>
        <p:spPr>
          <a:xfrm>
            <a:off x="2848610" y="2147570"/>
            <a:ext cx="5661025" cy="793750"/>
          </a:xfrm>
          <a:prstGeom prst="rect">
            <a:avLst/>
          </a:prstGeom>
        </p:spPr>
      </p:pic>
      <p:sp>
        <p:nvSpPr>
          <p:cNvPr id="7" name="文本框 6"/>
          <p:cNvSpPr txBox="1"/>
          <p:nvPr/>
        </p:nvSpPr>
        <p:spPr>
          <a:xfrm>
            <a:off x="1427480" y="3053080"/>
            <a:ext cx="8776970" cy="645160"/>
          </a:xfrm>
          <a:prstGeom prst="rect">
            <a:avLst/>
          </a:prstGeom>
          <a:noFill/>
        </p:spPr>
        <p:txBody>
          <a:bodyPr wrap="square" rtlCol="0">
            <a:spAutoFit/>
          </a:bodyPr>
          <a:p>
            <a:r>
              <a:rPr lang="zh-CN" altLang="en-US"/>
              <a:t>执行这个</a:t>
            </a:r>
            <a:r>
              <a:rPr lang="zh-CN" altLang="en-US"/>
              <a:t>程序：</a:t>
            </a:r>
            <a:endParaRPr lang="zh-CN" altLang="en-US"/>
          </a:p>
          <a:p>
            <a:pPr algn="ctr"/>
            <a:r>
              <a:rPr lang="en-US" altLang="zh-CN" b="1"/>
              <a:t>python test01.py</a:t>
            </a:r>
            <a:endParaRPr lang="en-US" altLang="zh-CN" b="1"/>
          </a:p>
        </p:txBody>
      </p:sp>
      <p:sp>
        <p:nvSpPr>
          <p:cNvPr id="8" name="文本框 7"/>
          <p:cNvSpPr txBox="1"/>
          <p:nvPr/>
        </p:nvSpPr>
        <p:spPr>
          <a:xfrm>
            <a:off x="1529715" y="4074795"/>
            <a:ext cx="7893685" cy="368300"/>
          </a:xfrm>
          <a:prstGeom prst="rect">
            <a:avLst/>
          </a:prstGeom>
          <a:noFill/>
        </p:spPr>
        <p:txBody>
          <a:bodyPr wrap="square" rtlCol="0">
            <a:spAutoFit/>
          </a:bodyPr>
          <a:p>
            <a:r>
              <a:rPr lang="zh-CN" altLang="en-US"/>
              <a:t>执行成功，可以看到机器人向前走了</a:t>
            </a:r>
            <a:r>
              <a:rPr lang="zh-CN" altLang="en-US"/>
              <a:t>一步。</a:t>
            </a:r>
            <a:endParaRPr lang="zh-CN" altLang="en-US"/>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en-US" altLang="zh-CN" sz="2400" b="1" dirty="0">
                <a:sym typeface="+mn-ea"/>
              </a:rPr>
              <a:t>python</a:t>
            </a:r>
            <a:r>
              <a:rPr lang="zh-CN" altLang="en-US" sz="2400" b="1" dirty="0">
                <a:sym typeface="+mn-ea"/>
              </a:rPr>
              <a:t>控制机器人基本运动</a:t>
            </a:r>
            <a:endParaRPr lang="zh-CN" altLang="en-US" sz="2400" b="1" dirty="0"/>
          </a:p>
        </p:txBody>
      </p:sp>
      <p:sp>
        <p:nvSpPr>
          <p:cNvPr id="3" name="文本框 2"/>
          <p:cNvSpPr txBox="1"/>
          <p:nvPr/>
        </p:nvSpPr>
        <p:spPr>
          <a:xfrm>
            <a:off x="746760" y="1591945"/>
            <a:ext cx="6281420" cy="1778635"/>
          </a:xfrm>
          <a:prstGeom prst="rect">
            <a:avLst/>
          </a:prstGeom>
          <a:noFill/>
        </p:spPr>
        <p:txBody>
          <a:bodyPr wrap="square" rtlCol="0">
            <a:noAutofit/>
          </a:bodyPr>
          <a:p>
            <a:pPr indent="457200">
              <a:lnSpc>
                <a:spcPct val="130000"/>
              </a:lnSpc>
            </a:pPr>
            <a:r>
              <a:rPr lang="en-US" altLang="zh-CN"/>
              <a:t>TonyPi</a:t>
            </a:r>
            <a:r>
              <a:rPr lang="zh-CN" altLang="en-US"/>
              <a:t>机器人采用动作文件来管理机器人的肢体动作执行。在</a:t>
            </a:r>
            <a:r>
              <a:rPr lang="en-US" altLang="zh-CN"/>
              <a:t>`/home/pi/TonyPi/ActionGroups`</a:t>
            </a:r>
            <a:r>
              <a:rPr lang="zh-CN" altLang="en-US"/>
              <a:t>路径下可以看到预设的动作，可在</a:t>
            </a:r>
            <a:r>
              <a:rPr lang="en-US" altLang="zh-CN"/>
              <a:t>markdown</a:t>
            </a:r>
            <a:r>
              <a:rPr lang="zh-CN" altLang="en-US"/>
              <a:t>文档附录查看动作文件的</a:t>
            </a:r>
            <a:r>
              <a:rPr lang="zh-CN" altLang="en-US"/>
              <a:t>简要描述。我们通过调用动作文件让机器人执行动作，从而控制机器人。</a:t>
            </a:r>
            <a:endParaRPr lang="zh-CN" altLang="en-US"/>
          </a:p>
        </p:txBody>
      </p:sp>
      <p:pic>
        <p:nvPicPr>
          <p:cNvPr id="5" name="图片 4"/>
          <p:cNvPicPr>
            <a:picLocks noChangeAspect="1"/>
          </p:cNvPicPr>
          <p:nvPr/>
        </p:nvPicPr>
        <p:blipFill>
          <a:blip r:embed="rId1"/>
          <a:stretch>
            <a:fillRect/>
          </a:stretch>
        </p:blipFill>
        <p:spPr>
          <a:xfrm>
            <a:off x="7355840" y="1340485"/>
            <a:ext cx="3482340" cy="4983480"/>
          </a:xfrm>
          <a:prstGeom prst="rect">
            <a:avLst/>
          </a:prstGeom>
        </p:spPr>
      </p:pic>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en-US" altLang="zh-CN" sz="2400" b="1" dirty="0">
                <a:sym typeface="+mn-ea"/>
              </a:rPr>
              <a:t>python</a:t>
            </a:r>
            <a:r>
              <a:rPr lang="zh-CN" altLang="en-US" sz="2400" b="1" dirty="0">
                <a:sym typeface="+mn-ea"/>
              </a:rPr>
              <a:t>控制机器人基本运动</a:t>
            </a:r>
            <a:endParaRPr lang="en-US" altLang="zh-CN" sz="2400" b="1" dirty="0">
              <a:sym typeface="+mn-ea"/>
            </a:endParaRPr>
          </a:p>
        </p:txBody>
      </p:sp>
      <p:pic>
        <p:nvPicPr>
          <p:cNvPr id="4" name="图片 3"/>
          <p:cNvPicPr>
            <a:picLocks noChangeAspect="1"/>
          </p:cNvPicPr>
          <p:nvPr/>
        </p:nvPicPr>
        <p:blipFill>
          <a:blip r:embed="rId1"/>
          <a:stretch>
            <a:fillRect/>
          </a:stretch>
        </p:blipFill>
        <p:spPr>
          <a:xfrm>
            <a:off x="3851910" y="1184910"/>
            <a:ext cx="7891780" cy="1052830"/>
          </a:xfrm>
          <a:prstGeom prst="rect">
            <a:avLst/>
          </a:prstGeom>
        </p:spPr>
      </p:pic>
      <p:pic>
        <p:nvPicPr>
          <p:cNvPr id="6" name="图片 5"/>
          <p:cNvPicPr>
            <a:picLocks noChangeAspect="1"/>
          </p:cNvPicPr>
          <p:nvPr/>
        </p:nvPicPr>
        <p:blipFill>
          <a:blip r:embed="rId2"/>
          <a:stretch>
            <a:fillRect/>
          </a:stretch>
        </p:blipFill>
        <p:spPr>
          <a:xfrm>
            <a:off x="3851910" y="2379345"/>
            <a:ext cx="7736205" cy="992505"/>
          </a:xfrm>
          <a:prstGeom prst="rect">
            <a:avLst/>
          </a:prstGeom>
        </p:spPr>
      </p:pic>
      <p:pic>
        <p:nvPicPr>
          <p:cNvPr id="7" name="图片 6"/>
          <p:cNvPicPr>
            <a:picLocks noChangeAspect="1"/>
          </p:cNvPicPr>
          <p:nvPr/>
        </p:nvPicPr>
        <p:blipFill>
          <a:blip r:embed="rId3"/>
          <a:stretch>
            <a:fillRect/>
          </a:stretch>
        </p:blipFill>
        <p:spPr>
          <a:xfrm>
            <a:off x="3851910" y="3605530"/>
            <a:ext cx="5542915" cy="678815"/>
          </a:xfrm>
          <a:prstGeom prst="rect">
            <a:avLst/>
          </a:prstGeom>
        </p:spPr>
      </p:pic>
      <p:pic>
        <p:nvPicPr>
          <p:cNvPr id="8" name="图片 7"/>
          <p:cNvPicPr>
            <a:picLocks noChangeAspect="1"/>
          </p:cNvPicPr>
          <p:nvPr/>
        </p:nvPicPr>
        <p:blipFill>
          <a:blip r:embed="rId4"/>
          <a:stretch>
            <a:fillRect/>
          </a:stretch>
        </p:blipFill>
        <p:spPr>
          <a:xfrm>
            <a:off x="3851910" y="4518025"/>
            <a:ext cx="5381625" cy="722630"/>
          </a:xfrm>
          <a:prstGeom prst="rect">
            <a:avLst/>
          </a:prstGeom>
        </p:spPr>
      </p:pic>
      <p:pic>
        <p:nvPicPr>
          <p:cNvPr id="9" name="图片 8"/>
          <p:cNvPicPr>
            <a:picLocks noChangeAspect="1"/>
          </p:cNvPicPr>
          <p:nvPr/>
        </p:nvPicPr>
        <p:blipFill>
          <a:blip r:embed="rId5"/>
          <a:stretch>
            <a:fillRect/>
          </a:stretch>
        </p:blipFill>
        <p:spPr>
          <a:xfrm>
            <a:off x="3851910" y="5410200"/>
            <a:ext cx="6185535" cy="754380"/>
          </a:xfrm>
          <a:prstGeom prst="rect">
            <a:avLst/>
          </a:prstGeom>
        </p:spPr>
      </p:pic>
      <p:sp>
        <p:nvSpPr>
          <p:cNvPr id="10" name="文本框 9"/>
          <p:cNvSpPr txBox="1"/>
          <p:nvPr/>
        </p:nvSpPr>
        <p:spPr>
          <a:xfrm>
            <a:off x="74295" y="1592580"/>
            <a:ext cx="4064000" cy="786130"/>
          </a:xfrm>
          <a:prstGeom prst="rect">
            <a:avLst/>
          </a:prstGeom>
          <a:noFill/>
        </p:spPr>
        <p:txBody>
          <a:bodyPr wrap="square" rtlCol="0">
            <a:noAutofit/>
          </a:bodyPr>
          <a:p>
            <a:pPr indent="457200">
              <a:lnSpc>
                <a:spcPct val="120000"/>
              </a:lnSpc>
            </a:pPr>
            <a:r>
              <a:rPr lang="zh-CN" altLang="en-US"/>
              <a:t>行走一般是直接执行动作</a:t>
            </a:r>
            <a:r>
              <a:rPr lang="zh-CN" altLang="en-US"/>
              <a:t>文件，</a:t>
            </a:r>
            <a:endParaRPr lang="zh-CN" altLang="en-US"/>
          </a:p>
          <a:p>
            <a:pPr>
              <a:lnSpc>
                <a:spcPct val="120000"/>
              </a:lnSpc>
            </a:pPr>
            <a:r>
              <a:rPr lang="zh-CN" altLang="en-US"/>
              <a:t>不单独去控制</a:t>
            </a:r>
            <a:r>
              <a:rPr lang="zh-CN" altLang="en-US"/>
              <a:t>舵机。</a:t>
            </a:r>
            <a:endParaRPr lang="zh-CN" altLang="en-US"/>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en-US" altLang="zh-CN" sz="2400" b="1" dirty="0">
                <a:sym typeface="+mn-ea"/>
              </a:rPr>
              <a:t>python</a:t>
            </a:r>
            <a:r>
              <a:rPr lang="zh-CN" altLang="en-US" sz="2400" b="1" dirty="0">
                <a:sym typeface="+mn-ea"/>
              </a:rPr>
              <a:t>控制机器人基本运动</a:t>
            </a:r>
            <a:endParaRPr lang="en-US" altLang="zh-CN" sz="2400" b="1" dirty="0">
              <a:sym typeface="+mn-ea"/>
            </a:endParaRPr>
          </a:p>
        </p:txBody>
      </p:sp>
      <p:sp>
        <p:nvSpPr>
          <p:cNvPr id="10" name="文本框 9"/>
          <p:cNvSpPr txBox="1"/>
          <p:nvPr/>
        </p:nvSpPr>
        <p:spPr>
          <a:xfrm>
            <a:off x="270510" y="1233805"/>
            <a:ext cx="10736580" cy="2416175"/>
          </a:xfrm>
          <a:prstGeom prst="rect">
            <a:avLst/>
          </a:prstGeom>
          <a:noFill/>
        </p:spPr>
        <p:txBody>
          <a:bodyPr wrap="square" rtlCol="0">
            <a:noAutofit/>
          </a:bodyPr>
          <a:p>
            <a:pPr indent="457200">
              <a:lnSpc>
                <a:spcPct val="130000"/>
              </a:lnSpc>
            </a:pPr>
            <a:r>
              <a:rPr lang="zh-CN" altLang="en-US"/>
              <a:t>控制摄像头转动的</a:t>
            </a:r>
            <a:r>
              <a:rPr lang="zh-CN" altLang="en-US"/>
              <a:t>两个舵机，需要单独控制。上下转动的舵机限制角度在</a:t>
            </a:r>
            <a:r>
              <a:rPr lang="en-US" altLang="zh-CN"/>
              <a:t>130</a:t>
            </a:r>
            <a:r>
              <a:rPr lang="" altLang="en-US"/>
              <a:t>°</a:t>
            </a:r>
            <a:r>
              <a:rPr lang="zh-CN" altLang="en-US"/>
              <a:t>左右，左右</a:t>
            </a:r>
            <a:r>
              <a:rPr lang="en-US" altLang="zh-CN"/>
              <a:t>180</a:t>
            </a:r>
            <a:r>
              <a:rPr lang="" altLang="en-US"/>
              <a:t>°</a:t>
            </a:r>
            <a:r>
              <a:rPr lang="zh-CN" altLang="en-US"/>
              <a:t>，范围在</a:t>
            </a:r>
            <a:r>
              <a:rPr lang="en-US" altLang="zh-CN"/>
              <a:t>500-2500</a:t>
            </a:r>
            <a:r>
              <a:rPr lang="zh-CN" altLang="en-US"/>
              <a:t>之间。</a:t>
            </a:r>
            <a:endParaRPr lang="zh-CN" altLang="en-US"/>
          </a:p>
          <a:p>
            <a:pPr indent="0">
              <a:lnSpc>
                <a:spcPct val="130000"/>
              </a:lnSpc>
            </a:pPr>
            <a:r>
              <a:rPr lang="zh-CN" altLang="en-US"/>
              <a:t>三个参数：</a:t>
            </a:r>
            <a:endParaRPr lang="en-US" altLang="zh-CN"/>
          </a:p>
          <a:p>
            <a:pPr indent="457200">
              <a:lnSpc>
                <a:spcPct val="130000"/>
              </a:lnSpc>
            </a:pPr>
            <a:r>
              <a:rPr lang="en-US" altLang="zh-CN"/>
              <a:t>servo_id: </a:t>
            </a:r>
            <a:r>
              <a:rPr lang="zh-CN" altLang="en-US"/>
              <a:t>要驱动的舵机</a:t>
            </a:r>
            <a:r>
              <a:rPr lang="en-US" altLang="zh-CN"/>
              <a:t>id(the servo id needed to be driven)</a:t>
            </a:r>
            <a:endParaRPr lang="en-US" altLang="zh-CN"/>
          </a:p>
          <a:p>
            <a:pPr indent="457200">
              <a:lnSpc>
                <a:spcPct val="130000"/>
              </a:lnSpc>
            </a:pPr>
            <a:r>
              <a:rPr lang="en-US" altLang="zh-CN"/>
              <a:t>pulse:   </a:t>
            </a:r>
            <a:r>
              <a:rPr lang="zh-CN" altLang="en-US"/>
              <a:t>舵机目标位置</a:t>
            </a:r>
            <a:r>
              <a:rPr lang="en-US" altLang="zh-CN"/>
              <a:t>(servo target position)</a:t>
            </a:r>
            <a:endParaRPr lang="en-US" altLang="zh-CN"/>
          </a:p>
          <a:p>
            <a:pPr indent="457200">
              <a:lnSpc>
                <a:spcPct val="130000"/>
              </a:lnSpc>
            </a:pPr>
            <a:r>
              <a:rPr lang="en-US" altLang="zh-CN"/>
              <a:t>use_time: </a:t>
            </a:r>
            <a:r>
              <a:rPr lang="zh-CN" altLang="en-US"/>
              <a:t>转动需要的时间</a:t>
            </a:r>
            <a:r>
              <a:rPr lang="en-US" altLang="zh-CN"/>
              <a:t>(the time needed to rotate)</a:t>
            </a:r>
            <a:endParaRPr lang="en-US" altLang="zh-CN"/>
          </a:p>
        </p:txBody>
      </p:sp>
      <p:pic>
        <p:nvPicPr>
          <p:cNvPr id="3" name="图片 2"/>
          <p:cNvPicPr>
            <a:picLocks noChangeAspect="1"/>
          </p:cNvPicPr>
          <p:nvPr/>
        </p:nvPicPr>
        <p:blipFill>
          <a:blip r:embed="rId1"/>
          <a:stretch>
            <a:fillRect/>
          </a:stretch>
        </p:blipFill>
        <p:spPr>
          <a:xfrm>
            <a:off x="2238375" y="3649980"/>
            <a:ext cx="6968490" cy="2828925"/>
          </a:xfrm>
          <a:prstGeom prst="rect">
            <a:avLst/>
          </a:prstGeom>
        </p:spPr>
      </p:pic>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en-US" altLang="zh-CN" sz="2400" b="1" dirty="0">
                <a:sym typeface="+mn-ea"/>
              </a:rPr>
              <a:t>python</a:t>
            </a:r>
            <a:r>
              <a:rPr lang="zh-CN" altLang="en-US" sz="2400" b="1" dirty="0">
                <a:sym typeface="+mn-ea"/>
              </a:rPr>
              <a:t>控制机器人基本运动</a:t>
            </a:r>
            <a:r>
              <a:rPr lang="en-US" altLang="zh-CN" sz="2400" b="1" dirty="0">
                <a:sym typeface="+mn-ea"/>
              </a:rPr>
              <a:t>-</a:t>
            </a:r>
            <a:r>
              <a:rPr lang="zh-CN" altLang="en-US" sz="2400" b="1" dirty="0">
                <a:sym typeface="+mn-ea"/>
              </a:rPr>
              <a:t>远程控制</a:t>
            </a:r>
            <a:endParaRPr lang="zh-CN" altLang="en-US" sz="2400" b="1" dirty="0">
              <a:sym typeface="+mn-ea"/>
            </a:endParaRPr>
          </a:p>
        </p:txBody>
      </p:sp>
      <p:sp>
        <p:nvSpPr>
          <p:cNvPr id="3" name="文本框 2"/>
          <p:cNvSpPr txBox="1"/>
          <p:nvPr/>
        </p:nvSpPr>
        <p:spPr>
          <a:xfrm>
            <a:off x="875665" y="1454150"/>
            <a:ext cx="10240010" cy="700405"/>
          </a:xfrm>
          <a:prstGeom prst="rect">
            <a:avLst/>
          </a:prstGeom>
          <a:noFill/>
        </p:spPr>
        <p:txBody>
          <a:bodyPr wrap="square" rtlCol="0">
            <a:spAutoFit/>
          </a:bodyPr>
          <a:p>
            <a:pPr indent="457200">
              <a:lnSpc>
                <a:spcPct val="110000"/>
              </a:lnSpc>
            </a:pPr>
            <a:r>
              <a:rPr lang="zh-CN" altLang="en-US"/>
              <a:t>由于</a:t>
            </a:r>
            <a:r>
              <a:rPr lang="en-US" altLang="zh-CN"/>
              <a:t>Tonypi</a:t>
            </a:r>
            <a:r>
              <a:rPr lang="zh-CN" altLang="en-US"/>
              <a:t>机器人的</a:t>
            </a:r>
            <a:r>
              <a:rPr lang="en-US" altLang="zh-CN"/>
              <a:t>SDK</a:t>
            </a:r>
            <a:r>
              <a:rPr lang="zh-CN" altLang="en-US"/>
              <a:t>是直接控制舵机，将</a:t>
            </a:r>
            <a:r>
              <a:rPr lang="en-US" altLang="zh-CN"/>
              <a:t>SDK</a:t>
            </a:r>
            <a:r>
              <a:rPr lang="zh-CN" altLang="en-US"/>
              <a:t>安装到电脑上是无法正常使用的，因此我们使用</a:t>
            </a:r>
            <a:r>
              <a:rPr lang="en-US" altLang="zh-CN"/>
              <a:t>web</a:t>
            </a:r>
            <a:r>
              <a:rPr lang="zh-CN" altLang="en-US"/>
              <a:t>框架在机器人上创建一个</a:t>
            </a:r>
            <a:r>
              <a:rPr lang="en-US" altLang="zh-CN"/>
              <a:t>web</a:t>
            </a:r>
            <a:r>
              <a:rPr lang="zh-CN" altLang="en-US"/>
              <a:t>应用，通过</a:t>
            </a:r>
            <a:r>
              <a:rPr lang="en-US" altLang="zh-CN"/>
              <a:t>web</a:t>
            </a:r>
            <a:r>
              <a:rPr lang="zh-CN" altLang="en-US"/>
              <a:t>应用间距控制机器人。</a:t>
            </a:r>
            <a:endParaRPr lang="zh-CN" altLang="en-US"/>
          </a:p>
        </p:txBody>
      </p:sp>
      <p:sp>
        <p:nvSpPr>
          <p:cNvPr id="7" name="文本框 6"/>
          <p:cNvSpPr txBox="1"/>
          <p:nvPr/>
        </p:nvSpPr>
        <p:spPr>
          <a:xfrm>
            <a:off x="1308100" y="2513330"/>
            <a:ext cx="9917430" cy="1476375"/>
          </a:xfrm>
          <a:prstGeom prst="rect">
            <a:avLst/>
          </a:prstGeom>
          <a:noFill/>
        </p:spPr>
        <p:txBody>
          <a:bodyPr wrap="square" rtlCol="0">
            <a:spAutoFit/>
          </a:bodyPr>
          <a:p>
            <a:r>
              <a:rPr lang="en-US" altLang="zh-CN"/>
              <a:t>Flask </a:t>
            </a:r>
            <a:r>
              <a:rPr lang="zh-CN" altLang="en-US"/>
              <a:t>是一个轻量级的</a:t>
            </a:r>
            <a:r>
              <a:rPr lang="en-US" altLang="zh-CN"/>
              <a:t>web "</a:t>
            </a:r>
            <a:r>
              <a:rPr lang="zh-CN" altLang="en-US"/>
              <a:t>微框架</a:t>
            </a:r>
            <a:r>
              <a:rPr lang="en-US" altLang="zh-CN"/>
              <a:t>"</a:t>
            </a:r>
            <a:r>
              <a:rPr lang="zh-CN" altLang="en-US"/>
              <a:t>，非常适合在树莓派这样的设备上运行。</a:t>
            </a:r>
            <a:r>
              <a:rPr lang="zh-CN" altLang="en-US"/>
              <a:t>安装</a:t>
            </a:r>
            <a:r>
              <a:rPr lang="en-US" altLang="zh-CN"/>
              <a:t>Flask</a:t>
            </a:r>
            <a:r>
              <a:rPr lang="zh-CN" altLang="en-US"/>
              <a:t>和</a:t>
            </a:r>
            <a:r>
              <a:rPr lang="en-US" altLang="zh-CN"/>
              <a:t>gunicorn</a:t>
            </a:r>
            <a:r>
              <a:rPr lang="zh-CN" altLang="en-US"/>
              <a:t>：</a:t>
            </a:r>
            <a:endParaRPr lang="zh-CN" altLang="en-US"/>
          </a:p>
          <a:p>
            <a:endParaRPr lang="zh-CN" altLang="en-US"/>
          </a:p>
          <a:p>
            <a:pPr lvl="4" algn="l"/>
            <a:r>
              <a:rPr lang="en-US" altLang="zh-CN" b="1"/>
              <a:t>pip install flask -i https://pypi.tuna.tsinghua.edu.cn/simple</a:t>
            </a:r>
            <a:endParaRPr lang="en-US" altLang="zh-CN" b="1"/>
          </a:p>
          <a:p>
            <a:pPr lvl="4" algn="l"/>
            <a:r>
              <a:rPr lang="en-US" altLang="zh-CN" b="1"/>
              <a:t>pip install gunicorn</a:t>
            </a:r>
            <a:endParaRPr lang="en-US" altLang="zh-CN" b="1"/>
          </a:p>
          <a:p>
            <a:pPr algn="l"/>
            <a:endParaRPr lang="en-US" altLang="zh-CN" b="1"/>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en-US" altLang="zh-CN" sz="2400" b="1" dirty="0">
                <a:sym typeface="+mn-ea"/>
              </a:rPr>
              <a:t>python</a:t>
            </a:r>
            <a:r>
              <a:rPr lang="zh-CN" altLang="en-US" sz="2400" b="1" dirty="0">
                <a:sym typeface="+mn-ea"/>
              </a:rPr>
              <a:t>控制机器人基本运动</a:t>
            </a:r>
            <a:r>
              <a:rPr lang="en-US" altLang="zh-CN" sz="2400" b="1" dirty="0">
                <a:sym typeface="+mn-ea"/>
              </a:rPr>
              <a:t>-</a:t>
            </a:r>
            <a:r>
              <a:rPr lang="zh-CN" altLang="en-US" sz="2400" b="1" dirty="0">
                <a:sym typeface="+mn-ea"/>
              </a:rPr>
              <a:t>远程控制</a:t>
            </a:r>
            <a:endParaRPr lang="zh-CN" altLang="en-US" sz="2400" b="1" dirty="0">
              <a:sym typeface="+mn-ea"/>
            </a:endParaRPr>
          </a:p>
        </p:txBody>
      </p:sp>
      <p:sp>
        <p:nvSpPr>
          <p:cNvPr id="3" name="文本框 2"/>
          <p:cNvSpPr txBox="1"/>
          <p:nvPr/>
        </p:nvSpPr>
        <p:spPr>
          <a:xfrm>
            <a:off x="875665" y="1058545"/>
            <a:ext cx="10240010" cy="395605"/>
          </a:xfrm>
          <a:prstGeom prst="rect">
            <a:avLst/>
          </a:prstGeom>
          <a:noFill/>
        </p:spPr>
        <p:txBody>
          <a:bodyPr wrap="square" rtlCol="0">
            <a:spAutoFit/>
          </a:bodyPr>
          <a:p>
            <a:pPr indent="457200">
              <a:lnSpc>
                <a:spcPct val="110000"/>
              </a:lnSpc>
            </a:pPr>
            <a:r>
              <a:rPr lang="zh-CN" altLang="en-US"/>
              <a:t>创建</a:t>
            </a:r>
            <a:r>
              <a:rPr lang="en-US" altLang="zh-CN"/>
              <a:t>app.py</a:t>
            </a:r>
            <a:r>
              <a:rPr lang="zh-CN" altLang="en-US"/>
              <a:t>文件，编写一个简易的测试</a:t>
            </a:r>
            <a:r>
              <a:rPr lang="zh-CN" altLang="en-US"/>
              <a:t>应用：</a:t>
            </a:r>
            <a:endParaRPr lang="zh-CN" altLang="en-US"/>
          </a:p>
        </p:txBody>
      </p:sp>
      <p:pic>
        <p:nvPicPr>
          <p:cNvPr id="4" name="图片 3"/>
          <p:cNvPicPr>
            <a:picLocks noChangeAspect="1"/>
          </p:cNvPicPr>
          <p:nvPr/>
        </p:nvPicPr>
        <p:blipFill>
          <a:blip r:embed="rId1"/>
          <a:stretch>
            <a:fillRect/>
          </a:stretch>
        </p:blipFill>
        <p:spPr>
          <a:xfrm>
            <a:off x="2503170" y="1454150"/>
            <a:ext cx="7053580" cy="4976495"/>
          </a:xfrm>
          <a:prstGeom prst="rect">
            <a:avLst/>
          </a:prstGeom>
        </p:spPr>
      </p:pic>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en-US" altLang="zh-CN" sz="2400" b="1" dirty="0">
                <a:sym typeface="+mn-ea"/>
              </a:rPr>
              <a:t>python</a:t>
            </a:r>
            <a:r>
              <a:rPr lang="zh-CN" altLang="en-US" sz="2400" b="1" dirty="0">
                <a:sym typeface="+mn-ea"/>
              </a:rPr>
              <a:t>控制机器人基本运动</a:t>
            </a:r>
            <a:r>
              <a:rPr lang="en-US" altLang="zh-CN" sz="2400" b="1" dirty="0">
                <a:sym typeface="+mn-ea"/>
              </a:rPr>
              <a:t>-</a:t>
            </a:r>
            <a:r>
              <a:rPr lang="zh-CN" altLang="en-US" sz="2400" b="1" dirty="0">
                <a:sym typeface="+mn-ea"/>
              </a:rPr>
              <a:t>远程控制</a:t>
            </a:r>
            <a:endParaRPr lang="zh-CN" altLang="en-US" sz="2400" b="1" dirty="0">
              <a:sym typeface="+mn-ea"/>
            </a:endParaRPr>
          </a:p>
        </p:txBody>
      </p:sp>
      <p:sp>
        <p:nvSpPr>
          <p:cNvPr id="3" name="文本框 2"/>
          <p:cNvSpPr txBox="1"/>
          <p:nvPr/>
        </p:nvSpPr>
        <p:spPr>
          <a:xfrm>
            <a:off x="875665" y="1058545"/>
            <a:ext cx="10240010" cy="700405"/>
          </a:xfrm>
          <a:prstGeom prst="rect">
            <a:avLst/>
          </a:prstGeom>
          <a:noFill/>
        </p:spPr>
        <p:txBody>
          <a:bodyPr wrap="square" rtlCol="0">
            <a:spAutoFit/>
          </a:bodyPr>
          <a:p>
            <a:pPr indent="457200">
              <a:lnSpc>
                <a:spcPct val="110000"/>
              </a:lnSpc>
            </a:pPr>
            <a:r>
              <a:rPr lang="zh-CN" altLang="en-US"/>
              <a:t>启动</a:t>
            </a:r>
            <a:r>
              <a:rPr lang="en-US" altLang="zh-CN"/>
              <a:t>app</a:t>
            </a:r>
            <a:r>
              <a:rPr lang="zh-CN" altLang="en-US"/>
              <a:t>：</a:t>
            </a:r>
            <a:endParaRPr lang="zh-CN" altLang="en-US"/>
          </a:p>
          <a:p>
            <a:pPr marL="457200" lvl="1" indent="457200">
              <a:lnSpc>
                <a:spcPct val="110000"/>
              </a:lnSpc>
            </a:pPr>
            <a:r>
              <a:rPr lang="en-US" altLang="zh-CN" b="1"/>
              <a:t>gunicorn --workers 1  --thread 4 --timeout 600 --bind 0.0.0.0:5000 app:app</a:t>
            </a:r>
            <a:endParaRPr lang="en-US" altLang="zh-CN" b="1"/>
          </a:p>
        </p:txBody>
      </p:sp>
      <p:sp>
        <p:nvSpPr>
          <p:cNvPr id="5" name="文本框 4"/>
          <p:cNvSpPr txBox="1"/>
          <p:nvPr/>
        </p:nvSpPr>
        <p:spPr>
          <a:xfrm>
            <a:off x="1308735" y="1951355"/>
            <a:ext cx="9806305" cy="2532380"/>
          </a:xfrm>
          <a:prstGeom prst="rect">
            <a:avLst/>
          </a:prstGeom>
          <a:noFill/>
        </p:spPr>
        <p:txBody>
          <a:bodyPr wrap="square" rtlCol="0">
            <a:noAutofit/>
          </a:bodyPr>
          <a:p>
            <a:pPr>
              <a:lnSpc>
                <a:spcPct val="120000"/>
              </a:lnSpc>
            </a:pPr>
            <a:r>
              <a:rPr lang="en-US" altLang="zh-CN"/>
              <a:t> </a:t>
            </a:r>
            <a:r>
              <a:rPr lang="en-US" altLang="zh-CN" b="1"/>
              <a:t>--workers 1</a:t>
            </a:r>
            <a:r>
              <a:rPr lang="en-US" altLang="zh-CN"/>
              <a:t>: </a:t>
            </a:r>
            <a:r>
              <a:rPr lang="zh-CN" altLang="en-US"/>
              <a:t>指定了</a:t>
            </a:r>
            <a:r>
              <a:rPr lang="en-US" altLang="zh-CN"/>
              <a:t>1</a:t>
            </a:r>
            <a:r>
              <a:rPr lang="zh-CN" altLang="en-US"/>
              <a:t>个工作进程来处理请求，提高了并发能力。对于树莓派</a:t>
            </a:r>
            <a:r>
              <a:rPr lang="en-US" altLang="zh-CN"/>
              <a:t>5</a:t>
            </a:r>
            <a:r>
              <a:rPr lang="zh-CN" altLang="en-US"/>
              <a:t>，</a:t>
            </a:r>
            <a:r>
              <a:rPr lang="en-US" altLang="zh-CN"/>
              <a:t>2</a:t>
            </a:r>
            <a:r>
              <a:rPr lang="zh-CN" altLang="en-US"/>
              <a:t>到</a:t>
            </a:r>
            <a:r>
              <a:rPr lang="en-US" altLang="zh-CN"/>
              <a:t>4</a:t>
            </a:r>
            <a:r>
              <a:rPr lang="zh-CN" altLang="en-US"/>
              <a:t>个工作进程是合理的。</a:t>
            </a:r>
            <a:endParaRPr lang="zh-CN" altLang="en-US"/>
          </a:p>
          <a:p>
            <a:pPr>
              <a:lnSpc>
                <a:spcPct val="120000"/>
              </a:lnSpc>
            </a:pPr>
            <a:r>
              <a:rPr lang="en-US" altLang="zh-CN" b="1"/>
              <a:t>--thread 4</a:t>
            </a:r>
            <a:r>
              <a:rPr lang="zh-CN" altLang="en-US"/>
              <a:t>：设置四个线程处理</a:t>
            </a:r>
            <a:r>
              <a:rPr lang="zh-CN" altLang="en-US"/>
              <a:t>请求。</a:t>
            </a:r>
            <a:endParaRPr lang="zh-CN" altLang="en-US"/>
          </a:p>
          <a:p>
            <a:pPr>
              <a:lnSpc>
                <a:spcPct val="120000"/>
              </a:lnSpc>
            </a:pPr>
            <a:r>
              <a:rPr lang="en-US" altLang="zh-CN"/>
              <a:t> </a:t>
            </a:r>
            <a:r>
              <a:rPr lang="en-US" altLang="zh-CN" b="1"/>
              <a:t>--timeout 600</a:t>
            </a:r>
            <a:r>
              <a:rPr lang="zh-CN" altLang="en-US"/>
              <a:t>：设置超时时间，</a:t>
            </a:r>
            <a:r>
              <a:rPr lang="en-US" altLang="zh-CN"/>
              <a:t>600s</a:t>
            </a:r>
            <a:r>
              <a:rPr lang="zh-CN" altLang="en-US"/>
              <a:t>。</a:t>
            </a:r>
            <a:endParaRPr lang="zh-CN" altLang="en-US"/>
          </a:p>
          <a:p>
            <a:pPr>
              <a:lnSpc>
                <a:spcPct val="120000"/>
              </a:lnSpc>
            </a:pPr>
            <a:r>
              <a:rPr lang="en-US" altLang="zh-CN"/>
              <a:t> </a:t>
            </a:r>
            <a:r>
              <a:rPr lang="en-US" altLang="zh-CN" b="1"/>
              <a:t>--bind 0.0.0.0:5000</a:t>
            </a:r>
            <a:r>
              <a:rPr lang="en-US" altLang="zh-CN"/>
              <a:t>: </a:t>
            </a:r>
            <a:r>
              <a:rPr lang="zh-CN" altLang="en-US"/>
              <a:t>和</a:t>
            </a:r>
            <a:r>
              <a:rPr lang="en-US" altLang="zh-CN"/>
              <a:t> app.run() </a:t>
            </a:r>
            <a:r>
              <a:rPr lang="zh-CN" altLang="en-US"/>
              <a:t>中的</a:t>
            </a:r>
            <a:r>
              <a:rPr lang="en-US" altLang="zh-CN"/>
              <a:t> host </a:t>
            </a:r>
            <a:r>
              <a:rPr lang="zh-CN" altLang="en-US"/>
              <a:t>和</a:t>
            </a:r>
            <a:r>
              <a:rPr lang="en-US" altLang="zh-CN"/>
              <a:t> port </a:t>
            </a:r>
            <a:r>
              <a:rPr lang="zh-CN" altLang="en-US"/>
              <a:t>作用一样，监听所有网络接口的</a:t>
            </a:r>
            <a:r>
              <a:rPr lang="en-US" altLang="zh-CN"/>
              <a:t>5000</a:t>
            </a:r>
            <a:r>
              <a:rPr lang="zh-CN" altLang="en-US"/>
              <a:t>端口。</a:t>
            </a:r>
            <a:endParaRPr lang="zh-CN" altLang="en-US"/>
          </a:p>
          <a:p>
            <a:pPr>
              <a:lnSpc>
                <a:spcPct val="120000"/>
              </a:lnSpc>
            </a:pPr>
            <a:r>
              <a:rPr lang="en-US" altLang="zh-CN" b="1"/>
              <a:t> app:app</a:t>
            </a:r>
            <a:r>
              <a:rPr lang="en-US" altLang="zh-CN"/>
              <a:t>: </a:t>
            </a:r>
            <a:r>
              <a:rPr lang="zh-CN" altLang="en-US"/>
              <a:t>第一个</a:t>
            </a:r>
            <a:r>
              <a:rPr lang="en-US" altLang="zh-CN"/>
              <a:t> app </a:t>
            </a:r>
            <a:r>
              <a:rPr lang="zh-CN" altLang="en-US"/>
              <a:t>指的是</a:t>
            </a:r>
            <a:r>
              <a:rPr lang="en-US" altLang="zh-CN"/>
              <a:t>python</a:t>
            </a:r>
            <a:r>
              <a:rPr lang="zh-CN" altLang="en-US"/>
              <a:t>文件名</a:t>
            </a:r>
            <a:r>
              <a:rPr lang="en-US" altLang="zh-CN"/>
              <a:t> `app.py`</a:t>
            </a:r>
            <a:r>
              <a:rPr lang="zh-CN" altLang="en-US"/>
              <a:t>，第二个</a:t>
            </a:r>
            <a:r>
              <a:rPr lang="en-US" altLang="zh-CN"/>
              <a:t> app </a:t>
            </a:r>
            <a:r>
              <a:rPr lang="zh-CN" altLang="en-US"/>
              <a:t>指的是在该文件中创建的</a:t>
            </a:r>
            <a:r>
              <a:rPr lang="en-US" altLang="zh-CN"/>
              <a:t> Flask </a:t>
            </a:r>
            <a:r>
              <a:rPr lang="zh-CN" altLang="en-US"/>
              <a:t>实例</a:t>
            </a:r>
            <a:r>
              <a:rPr lang="en-US" altLang="zh-CN"/>
              <a:t> `app = Flask(__name__)`</a:t>
            </a:r>
            <a:r>
              <a:rPr lang="zh-CN" altLang="en-US"/>
              <a:t>。</a:t>
            </a:r>
            <a:endParaRPr lang="zh-CN" altLang="en-US"/>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en-US" altLang="zh-CN" sz="2400" b="1" dirty="0">
                <a:sym typeface="+mn-ea"/>
              </a:rPr>
              <a:t>python</a:t>
            </a:r>
            <a:r>
              <a:rPr lang="zh-CN" altLang="en-US" sz="2400" b="1" dirty="0">
                <a:sym typeface="+mn-ea"/>
              </a:rPr>
              <a:t>控制机器人基本运动</a:t>
            </a:r>
            <a:endParaRPr lang="zh-CN" altLang="en-US" sz="2400" b="1" dirty="0"/>
          </a:p>
        </p:txBody>
      </p:sp>
      <p:sp>
        <p:nvSpPr>
          <p:cNvPr id="3" name="文本框 2"/>
          <p:cNvSpPr txBox="1"/>
          <p:nvPr/>
        </p:nvSpPr>
        <p:spPr>
          <a:xfrm>
            <a:off x="875665" y="1113790"/>
            <a:ext cx="8979535" cy="1087755"/>
          </a:xfrm>
          <a:prstGeom prst="rect">
            <a:avLst/>
          </a:prstGeom>
          <a:noFill/>
        </p:spPr>
        <p:txBody>
          <a:bodyPr wrap="square" rtlCol="0">
            <a:spAutoFit/>
          </a:bodyPr>
          <a:p>
            <a:pPr indent="457200">
              <a:lnSpc>
                <a:spcPct val="120000"/>
              </a:lnSpc>
            </a:pPr>
            <a:r>
              <a:rPr lang="zh-CN" altLang="en-US"/>
              <a:t>打开浏览器输入：</a:t>
            </a:r>
            <a:endParaRPr lang="zh-CN" altLang="en-US"/>
          </a:p>
          <a:p>
            <a:pPr marL="914400" lvl="2" indent="457200">
              <a:lnSpc>
                <a:spcPct val="120000"/>
              </a:lnSpc>
            </a:pPr>
            <a:r>
              <a:rPr lang="en-US" altLang="zh-CN" b="1"/>
              <a:t>http:</a:t>
            </a:r>
            <a:r>
              <a:rPr lang="zh-CN" altLang="en-US" b="1"/>
              <a:t>机器人</a:t>
            </a:r>
            <a:r>
              <a:rPr lang="en-US" altLang="zh-CN" b="1"/>
              <a:t>ip:5000/run_action/test</a:t>
            </a:r>
            <a:endParaRPr lang="en-US" altLang="zh-CN" b="1"/>
          </a:p>
          <a:p>
            <a:pPr marL="457200" lvl="1" indent="0">
              <a:lnSpc>
                <a:spcPct val="120000"/>
              </a:lnSpc>
            </a:pPr>
            <a:r>
              <a:rPr lang="zh-CN" altLang="en-US"/>
              <a:t>正常返回</a:t>
            </a:r>
            <a:r>
              <a:rPr lang="en-US" altLang="zh-CN"/>
              <a:t>json</a:t>
            </a:r>
            <a:r>
              <a:rPr lang="zh-CN" altLang="en-US"/>
              <a:t>数据，说明启动正常。</a:t>
            </a:r>
            <a:endParaRPr lang="zh-CN" altLang="en-US"/>
          </a:p>
        </p:txBody>
      </p:sp>
      <p:pic>
        <p:nvPicPr>
          <p:cNvPr id="5" name="图片 4"/>
          <p:cNvPicPr>
            <a:picLocks noChangeAspect="1"/>
          </p:cNvPicPr>
          <p:nvPr/>
        </p:nvPicPr>
        <p:blipFill>
          <a:blip r:embed="rId1"/>
          <a:stretch>
            <a:fillRect/>
          </a:stretch>
        </p:blipFill>
        <p:spPr>
          <a:xfrm>
            <a:off x="294640" y="2322830"/>
            <a:ext cx="5617845" cy="1570990"/>
          </a:xfrm>
          <a:prstGeom prst="rect">
            <a:avLst/>
          </a:prstGeom>
        </p:spPr>
      </p:pic>
      <p:sp>
        <p:nvSpPr>
          <p:cNvPr id="7" name="文本框 6"/>
          <p:cNvSpPr txBox="1"/>
          <p:nvPr/>
        </p:nvSpPr>
        <p:spPr>
          <a:xfrm>
            <a:off x="1456055" y="4206240"/>
            <a:ext cx="9163050" cy="1170305"/>
          </a:xfrm>
          <a:prstGeom prst="rect">
            <a:avLst/>
          </a:prstGeom>
          <a:noFill/>
        </p:spPr>
        <p:txBody>
          <a:bodyPr wrap="square" rtlCol="0">
            <a:spAutoFit/>
          </a:bodyPr>
          <a:p>
            <a:pPr>
              <a:lnSpc>
                <a:spcPct val="130000"/>
              </a:lnSpc>
            </a:pPr>
            <a:r>
              <a:rPr lang="zh-CN" altLang="en-US"/>
              <a:t>取消注释，重启</a:t>
            </a:r>
            <a:r>
              <a:rPr lang="en-US" altLang="zh-CN"/>
              <a:t>app</a:t>
            </a:r>
            <a:r>
              <a:rPr lang="zh-CN" altLang="en-US"/>
              <a:t>，浏览器输入：</a:t>
            </a:r>
            <a:endParaRPr lang="zh-CN" altLang="en-US"/>
          </a:p>
          <a:p>
            <a:pPr marL="457200" lvl="1" indent="457200">
              <a:lnSpc>
                <a:spcPct val="130000"/>
              </a:lnSpc>
            </a:pPr>
            <a:r>
              <a:rPr lang="en-US" altLang="zh-CN" b="1"/>
              <a:t>http://</a:t>
            </a:r>
            <a:r>
              <a:rPr lang="zh-CN" altLang="en-US" b="1"/>
              <a:t>机器人</a:t>
            </a:r>
            <a:r>
              <a:rPr lang="en-US" altLang="zh-CN" b="1"/>
              <a:t>IP:5000/run_action/go_forward_one_step</a:t>
            </a:r>
            <a:endParaRPr lang="en-US" altLang="zh-CN" b="1"/>
          </a:p>
          <a:p>
            <a:pPr marL="0" lvl="0" indent="0">
              <a:lnSpc>
                <a:spcPct val="130000"/>
              </a:lnSpc>
            </a:pPr>
            <a:r>
              <a:rPr lang="zh-CN" altLang="en-US"/>
              <a:t>可以看到机器人执行了动作，向前走了一步。以此类推，可以执行其它动作。</a:t>
            </a:r>
            <a:endParaRPr lang="zh-CN" altLang="en-US"/>
          </a:p>
        </p:txBody>
      </p:sp>
      <p:pic>
        <p:nvPicPr>
          <p:cNvPr id="8" name="图片 7"/>
          <p:cNvPicPr>
            <a:picLocks noChangeAspect="1"/>
          </p:cNvPicPr>
          <p:nvPr/>
        </p:nvPicPr>
        <p:blipFill>
          <a:blip r:embed="rId2"/>
          <a:stretch>
            <a:fillRect/>
          </a:stretch>
        </p:blipFill>
        <p:spPr>
          <a:xfrm>
            <a:off x="6153150" y="2322830"/>
            <a:ext cx="5633085" cy="1940560"/>
          </a:xfrm>
          <a:prstGeom prst="rect">
            <a:avLst/>
          </a:prstGeom>
        </p:spPr>
      </p:pic>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en-US" altLang="zh-CN" sz="2400" b="1" dirty="0">
                <a:sym typeface="+mn-ea"/>
              </a:rPr>
              <a:t>python</a:t>
            </a:r>
            <a:r>
              <a:rPr lang="zh-CN" altLang="en-US" sz="2400" b="1" dirty="0">
                <a:sym typeface="+mn-ea"/>
              </a:rPr>
              <a:t>控制机器人基本运动</a:t>
            </a:r>
            <a:endParaRPr lang="zh-CN" altLang="en-US" sz="2400" b="1" dirty="0"/>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en-US" altLang="zh-CN" sz="2400" b="1" dirty="0">
                <a:sym typeface="+mn-ea"/>
              </a:rPr>
              <a:t>python</a:t>
            </a:r>
            <a:r>
              <a:rPr lang="zh-CN" altLang="en-US" sz="2400" b="1" dirty="0">
                <a:sym typeface="+mn-ea"/>
              </a:rPr>
              <a:t>控制机器人基本运动</a:t>
            </a:r>
            <a:endParaRPr lang="zh-CN" altLang="en-US" sz="2400" b="1" dirty="0"/>
          </a:p>
        </p:txBody>
      </p:sp>
      <p:sp>
        <p:nvSpPr>
          <p:cNvPr id="3" name="文本框 2"/>
          <p:cNvSpPr txBox="1"/>
          <p:nvPr/>
        </p:nvSpPr>
        <p:spPr>
          <a:xfrm>
            <a:off x="875665" y="1113790"/>
            <a:ext cx="8979535" cy="645160"/>
          </a:xfrm>
          <a:prstGeom prst="rect">
            <a:avLst/>
          </a:prstGeom>
          <a:noFill/>
        </p:spPr>
        <p:txBody>
          <a:bodyPr wrap="square" rtlCol="0">
            <a:spAutoFit/>
          </a:bodyPr>
          <a:p>
            <a:pPr indent="457200"/>
            <a:r>
              <a:rPr lang="zh-CN" altLang="en-US"/>
              <a:t>面向对象就是把现实世界的事物抽象成对象，用对象的属性（数据）和方法（行为）来组织和管理程序。</a:t>
            </a:r>
            <a:endParaRPr lang="en-US" altLang="zh-CN"/>
          </a:p>
        </p:txBody>
      </p:sp>
      <p:pic>
        <p:nvPicPr>
          <p:cNvPr id="4" name="图片 3"/>
          <p:cNvPicPr>
            <a:picLocks noChangeAspect="1"/>
          </p:cNvPicPr>
          <p:nvPr/>
        </p:nvPicPr>
        <p:blipFill>
          <a:blip r:embed="rId1"/>
          <a:stretch>
            <a:fillRect/>
          </a:stretch>
        </p:blipFill>
        <p:spPr>
          <a:xfrm>
            <a:off x="5207635" y="1758950"/>
            <a:ext cx="6443345" cy="4261485"/>
          </a:xfrm>
          <a:prstGeom prst="rect">
            <a:avLst/>
          </a:prstGeom>
        </p:spPr>
      </p:pic>
      <p:sp>
        <p:nvSpPr>
          <p:cNvPr id="6" name="文本框 5"/>
          <p:cNvSpPr txBox="1"/>
          <p:nvPr/>
        </p:nvSpPr>
        <p:spPr>
          <a:xfrm>
            <a:off x="875665" y="2236470"/>
            <a:ext cx="4064000" cy="645160"/>
          </a:xfrm>
          <a:prstGeom prst="rect">
            <a:avLst/>
          </a:prstGeom>
          <a:noFill/>
        </p:spPr>
        <p:txBody>
          <a:bodyPr wrap="square" rtlCol="0">
            <a:spAutoFit/>
          </a:bodyPr>
          <a:p>
            <a:pPr indent="457200"/>
            <a:r>
              <a:rPr lang="zh-CN" altLang="en-US"/>
              <a:t>类包含属性和方法。类实例化后的变量就是一个</a:t>
            </a:r>
            <a:r>
              <a:rPr lang="zh-CN" altLang="en-US"/>
              <a:t>对象。</a:t>
            </a:r>
            <a:endParaRPr lang="zh-CN" altLang="en-US"/>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985489" y="294717"/>
            <a:ext cx="5659151" cy="460375"/>
          </a:xfrm>
          <a:prstGeom prst="rect">
            <a:avLst/>
          </a:prstGeom>
        </p:spPr>
        <p:txBody>
          <a:bodyPr wrap="square">
            <a:spAutoFit/>
          </a:bodyPr>
          <a:lstStyle/>
          <a:p>
            <a:r>
              <a:rPr lang="zh-CN" altLang="en-US" sz="2400" b="1" dirty="0"/>
              <a:t>练习</a:t>
            </a:r>
            <a:endParaRPr lang="zh-CN" altLang="en-US" sz="2400" b="1" dirty="0"/>
          </a:p>
        </p:txBody>
      </p:sp>
      <p:sp>
        <p:nvSpPr>
          <p:cNvPr id="6" name="文本框 5"/>
          <p:cNvSpPr txBox="1"/>
          <p:nvPr/>
        </p:nvSpPr>
        <p:spPr>
          <a:xfrm>
            <a:off x="1282700" y="1765300"/>
            <a:ext cx="9382760" cy="1962150"/>
          </a:xfrm>
          <a:prstGeom prst="rect">
            <a:avLst/>
          </a:prstGeom>
          <a:noFill/>
        </p:spPr>
        <p:txBody>
          <a:bodyPr wrap="square" rtlCol="0">
            <a:noAutofit/>
          </a:bodyPr>
          <a:p>
            <a:pPr>
              <a:lnSpc>
                <a:spcPct val="130000"/>
              </a:lnSpc>
            </a:pPr>
            <a:r>
              <a:rPr lang="en-US" altLang="zh-CN" sz="2400"/>
              <a:t>1. </a:t>
            </a:r>
            <a:r>
              <a:rPr lang="zh-CN" altLang="en-US" sz="2400"/>
              <a:t>完成本节课与机器人有关的操作。</a:t>
            </a:r>
            <a:endParaRPr lang="zh-CN" altLang="en-US" sz="2400"/>
          </a:p>
          <a:p>
            <a:pPr>
              <a:lnSpc>
                <a:spcPct val="130000"/>
              </a:lnSpc>
            </a:pPr>
            <a:r>
              <a:rPr lang="en-US" altLang="zh-CN" sz="2400"/>
              <a:t>2. </a:t>
            </a:r>
            <a:r>
              <a:rPr lang="zh-CN" altLang="en-US" sz="2400"/>
              <a:t>完成软件安装文档中其它软件的安装。</a:t>
            </a:r>
            <a:endParaRPr lang="zh-CN" altLang="en-US" sz="2400"/>
          </a:p>
          <a:p>
            <a:pPr>
              <a:lnSpc>
                <a:spcPct val="130000"/>
              </a:lnSpc>
            </a:pPr>
            <a:r>
              <a:rPr lang="en-US" altLang="zh-CN" sz="2400"/>
              <a:t>3. </a:t>
            </a:r>
            <a:r>
              <a:rPr lang="zh-CN" altLang="en-US" sz="2400"/>
              <a:t>提出三个与本节内容相关的问题，自行回答。</a:t>
            </a:r>
            <a:endParaRPr lang="zh-CN" altLang="en-US" sz="2400"/>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041964" y="2337353"/>
            <a:ext cx="1457608" cy="1323439"/>
          </a:xfrm>
          <a:prstGeom prst="rect">
            <a:avLst/>
          </a:prstGeom>
          <a:noFill/>
        </p:spPr>
        <p:txBody>
          <a:bodyPr wrap="square" rtlCol="0" anchor="ctr" anchorCtr="1">
            <a:spAutoFit/>
          </a:bodyPr>
          <a:lstStyle/>
          <a:p>
            <a:r>
              <a:rPr lang="en-US" altLang="zh-CN" sz="8000" dirty="0" smtClean="0">
                <a:solidFill>
                  <a:srgbClr val="E89E00"/>
                </a:solidFill>
                <a:ea typeface="Arial Unicode MS" panose="020B0604020202020204" pitchFamily="34" charset="-122"/>
                <a:cs typeface="Arial Unicode MS" panose="020B0604020202020204" pitchFamily="34" charset="-122"/>
              </a:rPr>
              <a:t>1</a:t>
            </a:r>
            <a:endParaRPr lang="zh-CN" altLang="en-US" sz="8000" dirty="0">
              <a:solidFill>
                <a:srgbClr val="E89E00"/>
              </a:solidFill>
              <a:ea typeface="Arial Unicode MS" panose="020B0604020202020204" pitchFamily="34" charset="-122"/>
              <a:cs typeface="Arial Unicode MS" panose="020B0604020202020204" pitchFamily="34" charset="-122"/>
            </a:endParaRPr>
          </a:p>
        </p:txBody>
      </p:sp>
      <p:sp>
        <p:nvSpPr>
          <p:cNvPr id="4" name="矩形 3"/>
          <p:cNvSpPr/>
          <p:nvPr/>
        </p:nvSpPr>
        <p:spPr>
          <a:xfrm>
            <a:off x="5186014" y="3076017"/>
            <a:ext cx="4887877" cy="646331"/>
          </a:xfrm>
          <a:prstGeom prst="rect">
            <a:avLst/>
          </a:prstGeom>
        </p:spPr>
        <p:txBody>
          <a:bodyPr wrap="square">
            <a:spAutoFit/>
          </a:bodyPr>
          <a:lstStyle/>
          <a:p>
            <a:pPr algn="ctr"/>
            <a:r>
              <a:rPr lang="zh-CN" altLang="en-US" sz="3600" b="1" dirty="0" smtClean="0">
                <a:solidFill>
                  <a:prstClr val="black"/>
                </a:solidFill>
                <a:latin typeface="宋体" panose="02010600030101010101" pitchFamily="2" charset="-122"/>
              </a:rPr>
              <a:t>第</a:t>
            </a:r>
            <a:r>
              <a:rPr lang="en-US" altLang="zh-CN" sz="3600" b="1" dirty="0" smtClean="0">
                <a:solidFill>
                  <a:prstClr val="black"/>
                </a:solidFill>
                <a:latin typeface="宋体" panose="02010600030101010101" pitchFamily="2" charset="-122"/>
              </a:rPr>
              <a:t>1</a:t>
            </a:r>
            <a:r>
              <a:rPr lang="zh-CN" altLang="en-US" sz="3600" b="1" dirty="0" smtClean="0">
                <a:solidFill>
                  <a:prstClr val="black"/>
                </a:solidFill>
                <a:latin typeface="宋体" panose="02010600030101010101" pitchFamily="2" charset="-122"/>
              </a:rPr>
              <a:t>课</a:t>
            </a:r>
            <a:r>
              <a:rPr lang="en-US" altLang="zh-CN" sz="3600" b="1" dirty="0" smtClean="0">
                <a:solidFill>
                  <a:prstClr val="black"/>
                </a:solidFill>
                <a:latin typeface="宋体" panose="02010600030101010101" pitchFamily="2" charset="-122"/>
              </a:rPr>
              <a:t>	</a:t>
            </a:r>
            <a:r>
              <a:rPr lang="zh-CN" altLang="en-US" sz="3600" b="1" dirty="0" smtClean="0">
                <a:solidFill>
                  <a:prstClr val="black"/>
                </a:solidFill>
                <a:latin typeface="宋体" panose="02010600030101010101" pitchFamily="2" charset="-122"/>
              </a:rPr>
              <a:t>完</a:t>
            </a:r>
            <a:endParaRPr lang="en-US" altLang="zh-CN" sz="3600" b="1" dirty="0" smtClean="0">
              <a:solidFill>
                <a:prstClr val="black"/>
              </a:solidFill>
              <a:latin typeface="宋体" panose="02010600030101010101" pitchFamily="2" charset="-122"/>
            </a:endParaRPr>
          </a:p>
        </p:txBody>
      </p:sp>
      <p:sp>
        <p:nvSpPr>
          <p:cNvPr id="6" name="矩形 5"/>
          <p:cNvSpPr/>
          <p:nvPr/>
        </p:nvSpPr>
        <p:spPr>
          <a:xfrm>
            <a:off x="5186012" y="2337353"/>
            <a:ext cx="6761573" cy="583565"/>
          </a:xfrm>
          <a:prstGeom prst="rect">
            <a:avLst/>
          </a:prstGeom>
        </p:spPr>
        <p:txBody>
          <a:bodyPr wrap="square">
            <a:spAutoFit/>
          </a:bodyPr>
          <a:lstStyle/>
          <a:p>
            <a:r>
              <a:rPr lang="zh-CN" altLang="en-US" sz="3200" dirty="0" smtClean="0">
                <a:solidFill>
                  <a:srgbClr val="4472C4"/>
                </a:solidFill>
              </a:rPr>
              <a:t>机器人技术导论与环境</a:t>
            </a:r>
            <a:r>
              <a:rPr lang="zh-CN" altLang="en-US" sz="3200" dirty="0" smtClean="0">
                <a:solidFill>
                  <a:srgbClr val="4472C4"/>
                </a:solidFill>
              </a:rPr>
              <a:t>搭建</a:t>
            </a:r>
            <a:endParaRPr lang="zh-CN" altLang="en-US" sz="3200" dirty="0" smtClean="0">
              <a:solidFill>
                <a:srgbClr val="4472C4"/>
              </a:solidFill>
            </a:endParaRPr>
          </a:p>
        </p:txBody>
      </p:sp>
    </p:spTree>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timing>
    <p:tnLst>
      <p:par>
        <p:cTn id="1" dur="indefinite" restart="never" nodeType="tmRoot"/>
      </p:par>
    </p:tnLst>
  </p:timing>
</p:sld>
</file>

<file path=ppt/tags/tag1.xml><?xml version="1.0" encoding="utf-8"?>
<p:tagLst xmlns:p="http://schemas.openxmlformats.org/presentationml/2006/main">
  <p:tag name="MH" val="20160830110410"/>
  <p:tag name="MH_LIBRARY" val="CONTENTS"/>
  <p:tag name="MH_TYPE" val="OTHERS"/>
  <p:tag name="ID" val="547132"/>
</p:tagLst>
</file>

<file path=ppt/tags/tag2.xml><?xml version="1.0" encoding="utf-8"?>
<p:tagLst xmlns:p="http://schemas.openxmlformats.org/presentationml/2006/main">
  <p:tag name="MH" val="20160830110410"/>
  <p:tag name="MH_LIBRARY" val="CONTENTS"/>
  <p:tag name="MH_TYPE" val="OTHERS"/>
  <p:tag name="ID" val="547132"/>
</p:tagLst>
</file>

<file path=ppt/tags/tag3.xml><?xml version="1.0" encoding="utf-8"?>
<p:tagLst xmlns:p="http://schemas.openxmlformats.org/presentationml/2006/main">
  <p:tag name="MH" val="20160830110410"/>
  <p:tag name="MH_LIBRARY" val="CONTENTS"/>
  <p:tag name="MH_TYPE" val="OTHERS"/>
  <p:tag name="ID" val="547132"/>
</p:tagLst>
</file>

<file path=ppt/tags/tag4.xml><?xml version="1.0" encoding="utf-8"?>
<p:tagLst xmlns:p="http://schemas.openxmlformats.org/presentationml/2006/main">
  <p:tag name="MH" val="20160830110410"/>
  <p:tag name="MH_LIBRARY" val="CONTENTS"/>
  <p:tag name="MH_TYPE" val="OTHERS"/>
  <p:tag name="ID" val="547132"/>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28575">
          <a:tailEnd type="none"/>
        </a:ln>
      </a:spPr>
      <a:bodyPr/>
      <a:lstStyle/>
      <a:style>
        <a:lnRef idx="3">
          <a:schemeClr val="accent4"/>
        </a:lnRef>
        <a:fillRef idx="0">
          <a:schemeClr val="accent4"/>
        </a:fillRef>
        <a:effectRef idx="2">
          <a:schemeClr val="accent4"/>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8100">
          <a:solidFill>
            <a:srgbClr val="4472C4"/>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Organic</Template>
  <TotalTime>0</TotalTime>
  <Words>2701</Words>
  <Application>WPS 演示</Application>
  <PresentationFormat>宽屏</PresentationFormat>
  <Paragraphs>192</Paragraphs>
  <Slides>27</Slides>
  <Notes>24</Notes>
  <HiddenSlides>0</HiddenSlides>
  <MMClips>0</MMClips>
  <ScaleCrop>false</ScaleCrop>
  <HeadingPairs>
    <vt:vector size="6" baseType="variant">
      <vt:variant>
        <vt:lpstr>已用的字体</vt:lpstr>
      </vt:variant>
      <vt:variant>
        <vt:i4>12</vt:i4>
      </vt:variant>
      <vt:variant>
        <vt:lpstr>主题</vt:lpstr>
      </vt:variant>
      <vt:variant>
        <vt:i4>2</vt:i4>
      </vt:variant>
      <vt:variant>
        <vt:lpstr>幻灯片标题</vt:lpstr>
      </vt:variant>
      <vt:variant>
        <vt:i4>27</vt:i4>
      </vt:variant>
    </vt:vector>
  </HeadingPairs>
  <TitlesOfParts>
    <vt:vector size="41" baseType="lpstr">
      <vt:lpstr>Arial</vt:lpstr>
      <vt:lpstr>宋体</vt:lpstr>
      <vt:lpstr>Wingdings</vt:lpstr>
      <vt:lpstr>华文新魏</vt:lpstr>
      <vt:lpstr>黑体</vt:lpstr>
      <vt:lpstr>微软雅黑</vt:lpstr>
      <vt:lpstr>华文行楷</vt:lpstr>
      <vt:lpstr>Calibri</vt:lpstr>
      <vt:lpstr>Arial Unicode MS</vt:lpstr>
      <vt:lpstr>Arial Unicode MS</vt:lpstr>
      <vt:lpstr>Calibri Light</vt:lpstr>
      <vt:lpstr>Wingdings</vt:lpstr>
      <vt:lpstr>Office 主题</vt:lpstr>
      <vt:lpstr>2_Office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上海仪酷智能科技有限公司</dc:creator>
  <cp:lastModifiedBy>╭⌒better进行时</cp:lastModifiedBy>
  <cp:revision>862</cp:revision>
  <dcterms:created xsi:type="dcterms:W3CDTF">2017-07-25T03:07:00Z</dcterms:created>
  <dcterms:modified xsi:type="dcterms:W3CDTF">2025-10-22T10:05:04Z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8841B4F7B610481D8E35DE8E2DF00779_13</vt:lpwstr>
  </property>
  <property fmtid="{D5CDD505-2E9C-101B-9397-08002B2CF9AE}" pid="3" name="KSOProductBuildVer">
    <vt:lpwstr>2052-12.1.0.23125</vt:lpwstr>
  </property>
</Properties>
</file>