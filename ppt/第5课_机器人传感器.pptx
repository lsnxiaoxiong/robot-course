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5"/>
  </p:notesMasterIdLst>
  <p:handoutMasterIdLst>
    <p:handoutMasterId r:id="rId14"/>
  </p:handoutMasterIdLst>
  <p:sldIdLst>
    <p:sldId id="322" r:id="rId4"/>
    <p:sldId id="364" r:id="rId6"/>
    <p:sldId id="445" r:id="rId7"/>
    <p:sldId id="446" r:id="rId8"/>
    <p:sldId id="447" r:id="rId9"/>
    <p:sldId id="448" r:id="rId10"/>
    <p:sldId id="449" r:id="rId11"/>
    <p:sldId id="356" r:id="rId12"/>
    <p:sldId id="32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9" userDrawn="1">
          <p15:clr>
            <a:srgbClr val="A4A3A4"/>
          </p15:clr>
        </p15:guide>
        <p15:guide id="2" orient="horz" pos="218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9"/>
        <p:guide orient="horz" pos="218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894616" y="2431690"/>
            <a:ext cx="7804514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机器人传感器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查看可用的</a:t>
            </a:r>
            <a:r>
              <a:rPr lang="en-US" altLang="zh-CN" sz="2400" b="1" dirty="0"/>
              <a:t>GPIO</a:t>
            </a:r>
            <a:r>
              <a:rPr lang="zh-CN" altLang="en-US" sz="2400" b="1" dirty="0"/>
              <a:t>控制器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4686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终端输入：</a:t>
            </a:r>
            <a:endParaRPr lang="zh-CN" altLang="en-US"/>
          </a:p>
          <a:p>
            <a:pPr marL="3657600" lvl="8" indent="457200">
              <a:lnSpc>
                <a:spcPct val="130000"/>
              </a:lnSpc>
            </a:pPr>
            <a:r>
              <a:rPr lang="en-US" altLang="zh-CN" b="1"/>
              <a:t>ls /dev/gpiochip*</a:t>
            </a:r>
            <a:endParaRPr lang="en-US" altLang="zh-CN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825" y="2247265"/>
            <a:ext cx="8900160" cy="7239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099185" y="3344545"/>
            <a:ext cx="926274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en-US" altLang="zh-CN"/>
              <a:t>gpiozero </a:t>
            </a:r>
            <a:r>
              <a:rPr lang="zh-CN" altLang="en-US"/>
              <a:t>是一个高级库，它使用起来非常简单，并且在底层它会自动调用当前系统最合适的后端库（例如</a:t>
            </a:r>
            <a:r>
              <a:rPr lang="en-US" altLang="zh-CN"/>
              <a:t> lgpio</a:t>
            </a:r>
            <a:r>
              <a:rPr lang="zh-CN" altLang="en-US"/>
              <a:t>），这些后端库是专门为新硬件和新操作系统设计的。</a:t>
            </a:r>
            <a:endParaRPr lang="zh-CN" altLang="en-US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gpiozero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lgpio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smbus2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风扇模块实验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588010" y="109283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准备一个风扇模块，并通过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GPIO7</a:t>
            </a:r>
            <a:r>
              <a:rPr lang="zh-CN" altLang="en-US"/>
              <a:t>、</a:t>
            </a:r>
            <a:r>
              <a:rPr lang="en-US" altLang="zh-CN"/>
              <a:t>8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7175" y="1668145"/>
            <a:ext cx="5521960" cy="51034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" y="3053080"/>
            <a:ext cx="4476115" cy="29635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触摸</a:t>
            </a:r>
            <a:r>
              <a:rPr lang="zh-CN" altLang="en-US" sz="2400" b="1" dirty="0"/>
              <a:t>传感器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308610" y="977265"/>
            <a:ext cx="5692775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准备一个触摸传感器，并通过</a:t>
            </a:r>
            <a:r>
              <a:rPr lang="en-US" altLang="zh-CN"/>
              <a:t>4PIN</a:t>
            </a:r>
            <a:r>
              <a:rPr lang="zh-CN" altLang="en-US"/>
              <a:t>线将其连接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至树莓派扩展板上的</a:t>
            </a:r>
            <a:r>
              <a:rPr lang="en-US" altLang="zh-CN"/>
              <a:t>GPI02122</a:t>
            </a:r>
            <a:r>
              <a:rPr lang="zh-CN" altLang="en-US"/>
              <a:t>接口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2426335"/>
            <a:ext cx="4231640" cy="30626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75" y="1246505"/>
            <a:ext cx="5349875" cy="54222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温度传感器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537460"/>
            <a:ext cx="4563110" cy="297624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710" y="1043940"/>
            <a:ext cx="3500120" cy="29743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10" y="4018280"/>
            <a:ext cx="3486785" cy="232156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29310" y="1058545"/>
            <a:ext cx="4064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>
                <a:sym typeface="+mn-ea"/>
              </a:rPr>
              <a:t>准备一个</a:t>
            </a:r>
            <a:r>
              <a:rPr lang="zh-CN" altLang="en-US">
                <a:sym typeface="+mn-ea"/>
              </a:rPr>
              <a:t>温度传感器，并通过</a:t>
            </a:r>
            <a:r>
              <a:rPr lang="en-US" altLang="zh-CN">
                <a:sym typeface="+mn-ea"/>
              </a:rPr>
              <a:t>4PIN</a:t>
            </a:r>
            <a:r>
              <a:rPr lang="zh-CN" altLang="en-US">
                <a:sym typeface="+mn-ea"/>
              </a:rPr>
              <a:t>线将其连接至树莓派扩展板上的任意一个</a:t>
            </a:r>
            <a:r>
              <a:rPr lang="en-US" altLang="zh-CN">
                <a:sym typeface="+mn-ea"/>
              </a:rPr>
              <a:t>IIC</a:t>
            </a:r>
            <a:r>
              <a:rPr lang="zh-CN" altLang="en-US">
                <a:sym typeface="+mn-ea"/>
              </a:rPr>
              <a:t>接口。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超声波传感器实验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034415"/>
            <a:ext cx="1052449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准备一个超声波传感器，并通过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线将其连接至树莓派扩展板上的任意一个</a:t>
            </a:r>
            <a:r>
              <a:rPr lang="en-US" altLang="zh-CN"/>
              <a:t>IIC</a:t>
            </a:r>
            <a:r>
              <a:rPr lang="zh-CN" altLang="en-US"/>
              <a:t>接口。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60" y="2357120"/>
            <a:ext cx="4679950" cy="30314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815" y="1599565"/>
            <a:ext cx="5793105" cy="50171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光线传感器实验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60" y="2226945"/>
            <a:ext cx="4573270" cy="312039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48360" y="1125855"/>
            <a:ext cx="4420235" cy="1087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准备一个光线传感器模块，并通过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GPIO22</a:t>
            </a:r>
            <a:r>
              <a:rPr lang="zh-CN" altLang="en-US"/>
              <a:t>、</a:t>
            </a:r>
            <a:r>
              <a:rPr lang="en-US" altLang="zh-CN"/>
              <a:t>24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10" y="1040765"/>
            <a:ext cx="5245100" cy="56146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5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5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传感器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484</Words>
  <Application>WPS 演示</Application>
  <PresentationFormat>宽屏</PresentationFormat>
  <Paragraphs>46</Paragraphs>
  <Slides>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2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Calibri Light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1001</cp:revision>
  <dcterms:created xsi:type="dcterms:W3CDTF">2017-07-25T03:07:00Z</dcterms:created>
  <dcterms:modified xsi:type="dcterms:W3CDTF">2025-11-17T16:26:43Z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