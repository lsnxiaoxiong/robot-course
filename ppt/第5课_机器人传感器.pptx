
<file path=[Content_Types].xml><?xml version="1.0" encoding="utf-8"?>
<Types xmlns="http://schemas.openxmlformats.org/package/2006/content-types">
  <Default Extension="jpeg" ContentType="image/jpeg"/>
  <Default Extension="JPG" ContentType="image/.jpg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5" r:id="rId3"/>
  </p:sldMasterIdLst>
  <p:notesMasterIdLst>
    <p:notesMasterId r:id="rId5"/>
  </p:notesMasterIdLst>
  <p:handoutMasterIdLst>
    <p:handoutMasterId r:id="rId14"/>
  </p:handoutMasterIdLst>
  <p:sldIdLst>
    <p:sldId id="322" r:id="rId4"/>
    <p:sldId id="364" r:id="rId6"/>
    <p:sldId id="445" r:id="rId7"/>
    <p:sldId id="446" r:id="rId8"/>
    <p:sldId id="447" r:id="rId9"/>
    <p:sldId id="448" r:id="rId10"/>
    <p:sldId id="449" r:id="rId11"/>
    <p:sldId id="356" r:id="rId12"/>
    <p:sldId id="320" r:id="rId1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9" userDrawn="1">
          <p15:clr>
            <a:srgbClr val="A4A3A4"/>
          </p15:clr>
        </p15:guide>
        <p15:guide id="2" orient="horz" pos="2186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马奇" initials="马奇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472C4"/>
    <a:srgbClr val="E89E00"/>
    <a:srgbClr val="FF9900"/>
    <a:srgbClr val="FFCCCC"/>
    <a:srgbClr val="D8BBA1"/>
    <a:srgbClr val="E2C718"/>
    <a:srgbClr val="D61621"/>
    <a:srgbClr val="FFD002"/>
    <a:srgbClr val="FF6666"/>
    <a:srgbClr val="FF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218" autoAdjust="0"/>
    <p:restoredTop sz="79859" autoAdjust="0"/>
  </p:normalViewPr>
  <p:slideViewPr>
    <p:cSldViewPr snapToGrid="0" showGuides="1">
      <p:cViewPr varScale="1">
        <p:scale>
          <a:sx n="83" d="100"/>
          <a:sy n="83" d="100"/>
        </p:scale>
        <p:origin x="438" y="84"/>
      </p:cViewPr>
      <p:guideLst>
        <p:guide pos="3849"/>
        <p:guide orient="horz" pos="218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7" d="100"/>
          <a:sy n="67" d="100"/>
        </p:scale>
        <p:origin x="3120" y="7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" Type="http://schemas.openxmlformats.org/officeDocument/2006/relationships/theme" Target="theme/theme1.xml"/><Relationship Id="rId18" Type="http://schemas.openxmlformats.org/officeDocument/2006/relationships/commentAuthors" Target="commentAuthors.xml"/><Relationship Id="rId17" Type="http://schemas.openxmlformats.org/officeDocument/2006/relationships/tableStyles" Target="tableStyles.xml"/><Relationship Id="rId16" Type="http://schemas.openxmlformats.org/officeDocument/2006/relationships/viewProps" Target="viewProps.xml"/><Relationship Id="rId15" Type="http://schemas.openxmlformats.org/officeDocument/2006/relationships/presProps" Target="presProps.xml"/><Relationship Id="rId14" Type="http://schemas.openxmlformats.org/officeDocument/2006/relationships/handoutMaster" Target="handoutMasters/handoutMaster1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235978-AA0F-4019-89CE-7C0DBBEECEE6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4" Type="http://schemas.openxmlformats.org/officeDocument/2006/relationships/image" Target="../media/image4.png"/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tags" Target="../tags/tag4.xml"/><Relationship Id="rId2" Type="http://schemas.openxmlformats.org/officeDocument/2006/relationships/tags" Target="../tags/tag3.xml"/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任意多边形 7"/>
          <p:cNvSpPr/>
          <p:nvPr userDrawn="1"/>
        </p:nvSpPr>
        <p:spPr>
          <a:xfrm rot="5400000">
            <a:off x="4050259" y="-4050255"/>
            <a:ext cx="1802935" cy="9903456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rgbClr val="157DA8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sp>
        <p:nvSpPr>
          <p:cNvPr id="9" name="任意多边形 8"/>
          <p:cNvSpPr/>
          <p:nvPr userDrawn="1"/>
        </p:nvSpPr>
        <p:spPr>
          <a:xfrm flipH="1">
            <a:off x="10111813" y="1412240"/>
            <a:ext cx="2080184" cy="5445760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rgbClr val="E89E00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sp>
        <p:nvSpPr>
          <p:cNvPr id="10" name="任意多边形 9"/>
          <p:cNvSpPr/>
          <p:nvPr userDrawn="1"/>
        </p:nvSpPr>
        <p:spPr>
          <a:xfrm rot="5400000">
            <a:off x="2385073" y="-2385070"/>
            <a:ext cx="1061693" cy="5831840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sp>
        <p:nvSpPr>
          <p:cNvPr id="11" name="任意多边形 10"/>
          <p:cNvSpPr/>
          <p:nvPr userDrawn="1"/>
        </p:nvSpPr>
        <p:spPr>
          <a:xfrm rot="5400000">
            <a:off x="1483399" y="-1483401"/>
            <a:ext cx="660321" cy="3627120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sp>
        <p:nvSpPr>
          <p:cNvPr id="12" name="任意多边形 11"/>
          <p:cNvSpPr/>
          <p:nvPr userDrawn="1"/>
        </p:nvSpPr>
        <p:spPr>
          <a:xfrm flipH="1">
            <a:off x="10993120" y="3719437"/>
            <a:ext cx="1198876" cy="3138563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grpSp>
        <p:nvGrpSpPr>
          <p:cNvPr id="7" name="组合 6"/>
          <p:cNvGrpSpPr/>
          <p:nvPr userDrawn="1"/>
        </p:nvGrpSpPr>
        <p:grpSpPr>
          <a:xfrm>
            <a:off x="9273790" y="-94255"/>
            <a:ext cx="2995243" cy="1264792"/>
            <a:chOff x="8303568" y="2694"/>
            <a:chExt cx="3888434" cy="1641957"/>
          </a:xfrm>
        </p:grpSpPr>
        <p:pic>
          <p:nvPicPr>
            <p:cNvPr id="13" name="图片 12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81156" y="221822"/>
              <a:ext cx="2909748" cy="1422829"/>
            </a:xfrm>
            <a:prstGeom prst="rect">
              <a:avLst/>
            </a:prstGeom>
          </p:spPr>
        </p:pic>
        <p:sp>
          <p:nvSpPr>
            <p:cNvPr id="14" name="文本框 13"/>
            <p:cNvSpPr txBox="1"/>
            <p:nvPr/>
          </p:nvSpPr>
          <p:spPr>
            <a:xfrm>
              <a:off x="8303571" y="2694"/>
              <a:ext cx="3888431" cy="6069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zh-CN" altLang="en-US" sz="1800" dirty="0">
                  <a:latin typeface="华文新魏" panose="02010800040101010101" pitchFamily="2" charset="-122"/>
                  <a:ea typeface="华文新魏" panose="02010800040101010101" pitchFamily="2" charset="-122"/>
                </a:rPr>
                <a:t>上海仪酷智能科技有限公司</a:t>
              </a:r>
              <a:endParaRPr lang="en-US" altLang="zh-CN" sz="3200" dirty="0">
                <a:solidFill>
                  <a:srgbClr val="0070C0"/>
                </a:solidFill>
                <a:latin typeface="+mj-lt"/>
                <a:ea typeface="华文新魏" panose="02010800040101010101" pitchFamily="2" charset="-122"/>
              </a:endParaRPr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8303568" y="274888"/>
              <a:ext cx="3888431" cy="9797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zh-CN" sz="3200" dirty="0">
                  <a:solidFill>
                    <a:srgbClr val="0070C0"/>
                  </a:solidFill>
                  <a:ea typeface="华文新魏" panose="02010800040101010101" pitchFamily="2" charset="-122"/>
                </a:rPr>
                <a:t>VI</a:t>
              </a:r>
              <a:r>
                <a:rPr lang="en-US" altLang="zh-CN" sz="3200" dirty="0">
                  <a:solidFill>
                    <a:schemeClr val="bg1">
                      <a:lumMod val="65000"/>
                    </a:schemeClr>
                  </a:solidFill>
                  <a:ea typeface="华文新魏" panose="02010800040101010101" pitchFamily="2" charset="-122"/>
                </a:rPr>
                <a:t>R </a:t>
              </a:r>
              <a:r>
                <a:rPr lang="en-US" altLang="zh-CN" sz="3200" dirty="0">
                  <a:ea typeface="华文新魏" panose="02010800040101010101" pitchFamily="2" charset="-122"/>
                </a:rPr>
                <a:t>      </a:t>
              </a:r>
              <a:r>
                <a:rPr lang="en-US" altLang="zh-CN" sz="3200" dirty="0">
                  <a:solidFill>
                    <a:schemeClr val="bg1">
                      <a:lumMod val="65000"/>
                    </a:schemeClr>
                  </a:solidFill>
                  <a:ea typeface="华文新魏" panose="02010800040101010101" pitchFamily="2" charset="-122"/>
                </a:rPr>
                <a:t>tics</a:t>
              </a:r>
              <a:endParaRPr lang="en-US" altLang="zh-CN" sz="3200" dirty="0">
                <a:solidFill>
                  <a:schemeClr val="bg1">
                    <a:lumMod val="65000"/>
                  </a:schemeClr>
                </a:solidFill>
                <a:ea typeface="华文新魏" panose="02010800040101010101" pitchFamily="2" charset="-122"/>
              </a:endParaRPr>
            </a:p>
          </p:txBody>
        </p:sp>
      </p:grpSp>
      <p:sp>
        <p:nvSpPr>
          <p:cNvPr id="16" name="任意多边形 15"/>
          <p:cNvSpPr/>
          <p:nvPr userDrawn="1"/>
        </p:nvSpPr>
        <p:spPr>
          <a:xfrm rot="5400000" flipH="1">
            <a:off x="140597" y="5298178"/>
            <a:ext cx="1419223" cy="1700416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sp>
        <p:nvSpPr>
          <p:cNvPr id="17" name="任意多边形 16"/>
          <p:cNvSpPr/>
          <p:nvPr userDrawn="1"/>
        </p:nvSpPr>
        <p:spPr>
          <a:xfrm rot="5400000" flipH="1">
            <a:off x="86469" y="5898692"/>
            <a:ext cx="872838" cy="1045776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H_Others_1"/>
          <p:cNvSpPr/>
          <p:nvPr userDrawn="1">
            <p:custDataLst>
              <p:tags r:id="rId2"/>
            </p:custDataLst>
          </p:nvPr>
        </p:nvSpPr>
        <p:spPr>
          <a:xfrm>
            <a:off x="10312400" y="449"/>
            <a:ext cx="1879600" cy="6857551"/>
          </a:xfrm>
          <a:prstGeom prst="rect">
            <a:avLst/>
          </a:prstGeom>
          <a:solidFill>
            <a:srgbClr val="E89E00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7590" dirty="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Arial" panose="020B0604020202020204" pitchFamily="34" charset="0"/>
            </a:endParaRPr>
          </a:p>
        </p:txBody>
      </p:sp>
      <p:sp>
        <p:nvSpPr>
          <p:cNvPr id="4" name="MH_Others_2"/>
          <p:cNvSpPr/>
          <p:nvPr userDrawn="1">
            <p:custDataLst>
              <p:tags r:id="rId3"/>
            </p:custDataLst>
          </p:nvPr>
        </p:nvSpPr>
        <p:spPr>
          <a:xfrm>
            <a:off x="10011847" y="1"/>
            <a:ext cx="132066" cy="6861462"/>
          </a:xfrm>
          <a:prstGeom prst="rect">
            <a:avLst/>
          </a:prstGeom>
          <a:solidFill>
            <a:srgbClr val="157DA8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>
              <a:latin typeface="Arial" panose="020B0604020202020204" pitchFamily="34" charset="0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章首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任意多边形 1"/>
          <p:cNvSpPr/>
          <p:nvPr userDrawn="1"/>
        </p:nvSpPr>
        <p:spPr>
          <a:xfrm>
            <a:off x="0" y="4438650"/>
            <a:ext cx="12188991" cy="2426627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  <a:gd name="connsiteX0-15" fmla="*/ 0 w 6907593"/>
              <a:gd name="connsiteY0-16" fmla="*/ 0 h 1776503"/>
              <a:gd name="connsiteX1-17" fmla="*/ 6907593 w 6907593"/>
              <a:gd name="connsiteY1-18" fmla="*/ 1776503 h 1776503"/>
              <a:gd name="connsiteX2-19" fmla="*/ 0 w 6907593"/>
              <a:gd name="connsiteY2-20" fmla="*/ 1776503 h 1776503"/>
              <a:gd name="connsiteX3-21" fmla="*/ 0 w 6907593"/>
              <a:gd name="connsiteY3-22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2091413" y="1639688"/>
                  <a:pt x="4374752" y="158722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rgbClr val="157DA8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sp>
        <p:nvSpPr>
          <p:cNvPr id="3" name="任意多边形 2"/>
          <p:cNvSpPr/>
          <p:nvPr userDrawn="1"/>
        </p:nvSpPr>
        <p:spPr>
          <a:xfrm flipH="1">
            <a:off x="6229348" y="5057775"/>
            <a:ext cx="5969693" cy="1807736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1979235" y="1345282"/>
                  <a:pt x="4428718" y="176628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rgbClr val="E89E00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cxnSp>
        <p:nvCxnSpPr>
          <p:cNvPr id="6" name="直接连接符 5"/>
          <p:cNvCxnSpPr/>
          <p:nvPr userDrawn="1"/>
        </p:nvCxnSpPr>
        <p:spPr>
          <a:xfrm flipV="1">
            <a:off x="5013503" y="2190063"/>
            <a:ext cx="0" cy="1997354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grpSp>
        <p:nvGrpSpPr>
          <p:cNvPr id="8" name="组合 7"/>
          <p:cNvGrpSpPr/>
          <p:nvPr userDrawn="1"/>
        </p:nvGrpSpPr>
        <p:grpSpPr>
          <a:xfrm>
            <a:off x="3042969" y="2258053"/>
            <a:ext cx="1476644" cy="1476644"/>
            <a:chOff x="304800" y="673100"/>
            <a:chExt cx="4000500" cy="4000500"/>
          </a:xfrm>
          <a:effectLst>
            <a:outerShdw blurRad="444500" dist="254000" dir="8100000" algn="tr" rotWithShape="0">
              <a:prstClr val="black">
                <a:alpha val="50000"/>
              </a:prstClr>
            </a:outerShdw>
          </a:effectLst>
        </p:grpSpPr>
        <p:sp>
          <p:nvSpPr>
            <p:cNvPr id="9" name="同心圆 8"/>
            <p:cNvSpPr/>
            <p:nvPr/>
          </p:nvSpPr>
          <p:spPr>
            <a:xfrm>
              <a:off x="304800" y="673100"/>
              <a:ext cx="4000500" cy="4000500"/>
            </a:xfrm>
            <a:prstGeom prst="donut">
              <a:avLst>
                <a:gd name="adj" fmla="val 4879"/>
              </a:avLst>
            </a:prstGeom>
            <a:gradFill>
              <a:gsLst>
                <a:gs pos="0">
                  <a:schemeClr val="bg1"/>
                </a:gs>
                <a:gs pos="55000">
                  <a:schemeClr val="bg1">
                    <a:lumMod val="95000"/>
                  </a:schemeClr>
                </a:gs>
                <a:gs pos="100000">
                  <a:schemeClr val="bg1">
                    <a:lumMod val="65000"/>
                  </a:schemeClr>
                </a:gs>
              </a:gsLst>
              <a:lin ang="81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080808"/>
                </a:solidFill>
                <a:latin typeface="+mj-ea"/>
                <a:ea typeface="+mj-ea"/>
              </a:endParaRPr>
            </a:p>
          </p:txBody>
        </p:sp>
        <p:sp>
          <p:nvSpPr>
            <p:cNvPr id="10" name="椭圆 9"/>
            <p:cNvSpPr/>
            <p:nvPr userDrawn="1"/>
          </p:nvSpPr>
          <p:spPr>
            <a:xfrm>
              <a:off x="392112" y="760412"/>
              <a:ext cx="3825874" cy="3825874"/>
            </a:xfrm>
            <a:prstGeom prst="ellipse">
              <a:avLst/>
            </a:prstGeom>
            <a:gradFill>
              <a:gsLst>
                <a:gs pos="0">
                  <a:schemeClr val="bg1"/>
                </a:gs>
                <a:gs pos="51000">
                  <a:schemeClr val="bg1">
                    <a:lumMod val="9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  <a:lin ang="189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080808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12" name="Picture 8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903455" y="349038"/>
            <a:ext cx="1569142" cy="3995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" name="任意多边形 10"/>
          <p:cNvSpPr/>
          <p:nvPr userDrawn="1"/>
        </p:nvSpPr>
        <p:spPr>
          <a:xfrm rot="10800000" flipH="1">
            <a:off x="1" y="-4"/>
            <a:ext cx="2657474" cy="1752604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1979235" y="1345282"/>
                  <a:pt x="4428718" y="176628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新年快乐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32151"/>
            <a:ext cx="2395959" cy="1564128"/>
          </a:xfrm>
          <a:prstGeom prst="rect">
            <a:avLst/>
          </a:prstGeom>
        </p:spPr>
      </p:pic>
      <p:pic>
        <p:nvPicPr>
          <p:cNvPr id="13" name="Picture 8"/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903455" y="349038"/>
            <a:ext cx="1569142" cy="3995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4" name="任意多边形 13"/>
          <p:cNvSpPr/>
          <p:nvPr userDrawn="1"/>
        </p:nvSpPr>
        <p:spPr>
          <a:xfrm>
            <a:off x="0" y="4438650"/>
            <a:ext cx="12188991" cy="2426627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  <a:gd name="connsiteX0-15" fmla="*/ 0 w 6907593"/>
              <a:gd name="connsiteY0-16" fmla="*/ 0 h 1776503"/>
              <a:gd name="connsiteX1-17" fmla="*/ 6907593 w 6907593"/>
              <a:gd name="connsiteY1-18" fmla="*/ 1776503 h 1776503"/>
              <a:gd name="connsiteX2-19" fmla="*/ 0 w 6907593"/>
              <a:gd name="connsiteY2-20" fmla="*/ 1776503 h 1776503"/>
              <a:gd name="connsiteX3-21" fmla="*/ 0 w 6907593"/>
              <a:gd name="connsiteY3-22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2091413" y="1639688"/>
                  <a:pt x="4374752" y="158722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rgbClr val="D61621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sp>
        <p:nvSpPr>
          <p:cNvPr id="15" name="任意多边形 14"/>
          <p:cNvSpPr/>
          <p:nvPr userDrawn="1"/>
        </p:nvSpPr>
        <p:spPr>
          <a:xfrm flipH="1">
            <a:off x="6229348" y="5057775"/>
            <a:ext cx="5969693" cy="1807736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1979235" y="1345282"/>
                  <a:pt x="4428718" y="176628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rgbClr val="E2C718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pic>
        <p:nvPicPr>
          <p:cNvPr id="21" name="图片 20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51064" y="748598"/>
            <a:ext cx="1221533" cy="45097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连接符 6"/>
          <p:cNvCxnSpPr/>
          <p:nvPr userDrawn="1"/>
        </p:nvCxnSpPr>
        <p:spPr>
          <a:xfrm>
            <a:off x="1007435" y="833864"/>
            <a:ext cx="10465162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组合 7"/>
          <p:cNvGrpSpPr/>
          <p:nvPr userDrawn="1"/>
        </p:nvGrpSpPr>
        <p:grpSpPr>
          <a:xfrm>
            <a:off x="335360" y="277337"/>
            <a:ext cx="576064" cy="559375"/>
            <a:chOff x="298460" y="987574"/>
            <a:chExt cx="288032" cy="279687"/>
          </a:xfrm>
        </p:grpSpPr>
        <p:sp>
          <p:nvSpPr>
            <p:cNvPr id="9" name="矩形 8"/>
            <p:cNvSpPr/>
            <p:nvPr/>
          </p:nvSpPr>
          <p:spPr>
            <a:xfrm>
              <a:off x="298460" y="987574"/>
              <a:ext cx="216024" cy="216024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/>
            </a:p>
          </p:txBody>
        </p:sp>
        <p:sp>
          <p:nvSpPr>
            <p:cNvPr id="10" name="矩形 9"/>
            <p:cNvSpPr/>
            <p:nvPr/>
          </p:nvSpPr>
          <p:spPr>
            <a:xfrm>
              <a:off x="406472" y="1087241"/>
              <a:ext cx="180020" cy="180020"/>
            </a:xfrm>
            <a:prstGeom prst="rect">
              <a:avLst/>
            </a:prstGeom>
            <a:solidFill>
              <a:srgbClr val="E89E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/>
            </a:p>
          </p:txBody>
        </p:sp>
      </p:grpSp>
      <p:pic>
        <p:nvPicPr>
          <p:cNvPr id="11" name="Picture 8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903455" y="349038"/>
            <a:ext cx="1569142" cy="3995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" name="直角三角形 2"/>
          <p:cNvSpPr/>
          <p:nvPr userDrawn="1"/>
        </p:nvSpPr>
        <p:spPr>
          <a:xfrm rot="10800000">
            <a:off x="84662" y="-2"/>
            <a:ext cx="12107337" cy="349040"/>
          </a:xfrm>
          <a:prstGeom prst="rtTriangle">
            <a:avLst/>
          </a:prstGeom>
          <a:gradFill flip="none" rotWithShape="1">
            <a:gsLst>
              <a:gs pos="0">
                <a:srgbClr val="5CC1EA">
                  <a:shade val="30000"/>
                  <a:satMod val="115000"/>
                  <a:alpha val="31000"/>
                </a:srgbClr>
              </a:gs>
              <a:gs pos="50000">
                <a:srgbClr val="5CC1EA">
                  <a:shade val="67500"/>
                  <a:satMod val="115000"/>
                </a:srgbClr>
              </a:gs>
              <a:gs pos="100000">
                <a:srgbClr val="5CC1EA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直角三角形 13"/>
          <p:cNvSpPr/>
          <p:nvPr userDrawn="1"/>
        </p:nvSpPr>
        <p:spPr>
          <a:xfrm>
            <a:off x="0" y="6417733"/>
            <a:ext cx="12107336" cy="440267"/>
          </a:xfrm>
          <a:prstGeom prst="rtTriangle">
            <a:avLst/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0">
                <a:schemeClr val="accent4">
                  <a:lumMod val="0"/>
                  <a:lumOff val="100000"/>
                </a:schemeClr>
              </a:gs>
              <a:gs pos="39000">
                <a:schemeClr val="accent4">
                  <a:lumMod val="10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任意多边形 23"/>
          <p:cNvSpPr/>
          <p:nvPr userDrawn="1"/>
        </p:nvSpPr>
        <p:spPr>
          <a:xfrm rot="10800000" flipH="1">
            <a:off x="-3" y="-2"/>
            <a:ext cx="4563538" cy="2514602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rgbClr val="E89E00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>
              <a:solidFill>
                <a:prstClr val="white"/>
              </a:solidFill>
            </a:endParaRPr>
          </a:p>
        </p:txBody>
      </p:sp>
      <p:sp>
        <p:nvSpPr>
          <p:cNvPr id="8" name="任意多边形 7"/>
          <p:cNvSpPr/>
          <p:nvPr userDrawn="1"/>
        </p:nvSpPr>
        <p:spPr>
          <a:xfrm rot="5400000">
            <a:off x="3805768" y="-3805763"/>
            <a:ext cx="1168396" cy="8779937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rgbClr val="157DA8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>
              <a:solidFill>
                <a:prstClr val="white"/>
              </a:solidFill>
            </a:endParaRPr>
          </a:p>
        </p:txBody>
      </p:sp>
      <p:sp>
        <p:nvSpPr>
          <p:cNvPr id="10" name="任意多边形 9"/>
          <p:cNvSpPr/>
          <p:nvPr userDrawn="1"/>
        </p:nvSpPr>
        <p:spPr>
          <a:xfrm rot="5400000">
            <a:off x="1697568" y="-1697564"/>
            <a:ext cx="1168399" cy="4563535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>
              <a:solidFill>
                <a:prstClr val="white"/>
              </a:solidFill>
            </a:endParaRPr>
          </a:p>
        </p:txBody>
      </p:sp>
      <p:sp>
        <p:nvSpPr>
          <p:cNvPr id="11" name="任意多边形 10"/>
          <p:cNvSpPr/>
          <p:nvPr userDrawn="1"/>
        </p:nvSpPr>
        <p:spPr>
          <a:xfrm rot="5400000">
            <a:off x="1127283" y="-1127283"/>
            <a:ext cx="827303" cy="3081870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>
              <a:solidFill>
                <a:prstClr val="white"/>
              </a:solidFill>
            </a:endParaRPr>
          </a:p>
        </p:txBody>
      </p:sp>
      <p:grpSp>
        <p:nvGrpSpPr>
          <p:cNvPr id="3" name="组合 2"/>
          <p:cNvGrpSpPr/>
          <p:nvPr userDrawn="1"/>
        </p:nvGrpSpPr>
        <p:grpSpPr>
          <a:xfrm>
            <a:off x="9239095" y="76203"/>
            <a:ext cx="3666413" cy="1775426"/>
            <a:chOff x="9196760" y="0"/>
            <a:chExt cx="3666413" cy="1775426"/>
          </a:xfrm>
        </p:grpSpPr>
        <p:pic>
          <p:nvPicPr>
            <p:cNvPr id="13" name="图片 12"/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9862065" y="307923"/>
              <a:ext cx="3001108" cy="1467503"/>
            </a:xfrm>
            <a:prstGeom prst="rect">
              <a:avLst/>
            </a:prstGeom>
          </p:spPr>
        </p:pic>
        <p:sp>
          <p:nvSpPr>
            <p:cNvPr id="14" name="文本框 13"/>
            <p:cNvSpPr txBox="1"/>
            <p:nvPr/>
          </p:nvSpPr>
          <p:spPr>
            <a:xfrm>
              <a:off x="9196760" y="0"/>
              <a:ext cx="29952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dirty="0" smtClean="0">
                  <a:solidFill>
                    <a:prstClr val="black"/>
                  </a:solidFill>
                  <a:latin typeface="华文新魏" panose="02010800040101010101" pitchFamily="2" charset="-122"/>
                  <a:ea typeface="华文新魏" panose="02010800040101010101" pitchFamily="2" charset="-122"/>
                </a:rPr>
                <a:t>上海交通大学工程训练中心</a:t>
              </a:r>
              <a:endParaRPr lang="en-US" altLang="zh-CN" dirty="0" smtClean="0">
                <a:solidFill>
                  <a:prstClr val="black"/>
                </a:solidFill>
                <a:latin typeface="华文新魏" panose="02010800040101010101" pitchFamily="2" charset="-122"/>
                <a:ea typeface="华文新魏" panose="02010800040101010101" pitchFamily="2" charset="-122"/>
              </a:endParaRPr>
            </a:p>
            <a:p>
              <a:pPr algn="ctr"/>
              <a:r>
                <a:rPr lang="zh-CN" altLang="en-US" dirty="0" smtClean="0">
                  <a:solidFill>
                    <a:prstClr val="black"/>
                  </a:solidFill>
                  <a:latin typeface="华文新魏" panose="02010800040101010101" pitchFamily="2" charset="-122"/>
                  <a:ea typeface="华文新魏" panose="02010800040101010101" pitchFamily="2" charset="-122"/>
                </a:rPr>
                <a:t>上海仪酷智能科技有限公司</a:t>
              </a:r>
              <a:endParaRPr lang="en-US" altLang="zh-CN" dirty="0" smtClean="0">
                <a:solidFill>
                  <a:prstClr val="black"/>
                </a:solidFill>
                <a:latin typeface="华文新魏" panose="02010800040101010101" pitchFamily="2" charset="-122"/>
                <a:ea typeface="华文新魏" panose="02010800040101010101" pitchFamily="2" charset="-122"/>
              </a:endParaRPr>
            </a:p>
          </p:txBody>
        </p:sp>
        <p:pic>
          <p:nvPicPr>
            <p:cNvPr id="2" name="图片 1"/>
            <p:cNvPicPr>
              <a:picLocks noChangeAspect="1"/>
            </p:cNvPicPr>
            <p:nvPr userDrawn="1"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70533" y="660321"/>
              <a:ext cx="762708" cy="762708"/>
            </a:xfrm>
            <a:prstGeom prst="rect">
              <a:avLst/>
            </a:prstGeom>
          </p:spPr>
        </p:pic>
      </p:grpSp>
      <p:grpSp>
        <p:nvGrpSpPr>
          <p:cNvPr id="62" name="组合 61"/>
          <p:cNvGrpSpPr/>
          <p:nvPr userDrawn="1"/>
        </p:nvGrpSpPr>
        <p:grpSpPr>
          <a:xfrm rot="10800000">
            <a:off x="8779935" y="4741014"/>
            <a:ext cx="3412065" cy="2116984"/>
            <a:chOff x="2810930" y="2822526"/>
            <a:chExt cx="8779937" cy="2526726"/>
          </a:xfrm>
        </p:grpSpPr>
        <p:sp>
          <p:nvSpPr>
            <p:cNvPr id="58" name="任意多边形 57"/>
            <p:cNvSpPr/>
            <p:nvPr userDrawn="1"/>
          </p:nvSpPr>
          <p:spPr>
            <a:xfrm rot="10800000" flipH="1">
              <a:off x="2810930" y="2834650"/>
              <a:ext cx="4563537" cy="2514602"/>
            </a:xfrm>
            <a:custGeom>
              <a:avLst/>
              <a:gdLst>
                <a:gd name="connsiteX0" fmla="*/ 0 w 6907593"/>
                <a:gd name="connsiteY0" fmla="*/ 0 h 1776503"/>
                <a:gd name="connsiteX1" fmla="*/ 6907593 w 6907593"/>
                <a:gd name="connsiteY1" fmla="*/ 1776503 h 1776503"/>
                <a:gd name="connsiteX2" fmla="*/ 0 w 6907593"/>
                <a:gd name="connsiteY2" fmla="*/ 1776503 h 17765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907593" h="1776503">
                  <a:moveTo>
                    <a:pt x="0" y="0"/>
                  </a:moveTo>
                  <a:lnTo>
                    <a:pt x="6907593" y="1776503"/>
                  </a:lnTo>
                  <a:lnTo>
                    <a:pt x="0" y="1776503"/>
                  </a:lnTo>
                  <a:close/>
                </a:path>
              </a:pathLst>
            </a:custGeom>
            <a:solidFill>
              <a:srgbClr val="E89E00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5">
                <a:solidFill>
                  <a:prstClr val="white"/>
                </a:solidFill>
              </a:endParaRPr>
            </a:p>
          </p:txBody>
        </p:sp>
        <p:sp>
          <p:nvSpPr>
            <p:cNvPr id="59" name="任意多边形 58"/>
            <p:cNvSpPr/>
            <p:nvPr userDrawn="1"/>
          </p:nvSpPr>
          <p:spPr>
            <a:xfrm rot="5400000">
              <a:off x="6616701" y="-983237"/>
              <a:ext cx="1168396" cy="8779937"/>
            </a:xfrm>
            <a:custGeom>
              <a:avLst/>
              <a:gdLst>
                <a:gd name="connsiteX0" fmla="*/ 0 w 6907593"/>
                <a:gd name="connsiteY0" fmla="*/ 0 h 1776503"/>
                <a:gd name="connsiteX1" fmla="*/ 6907593 w 6907593"/>
                <a:gd name="connsiteY1" fmla="*/ 1776503 h 1776503"/>
                <a:gd name="connsiteX2" fmla="*/ 0 w 6907593"/>
                <a:gd name="connsiteY2" fmla="*/ 1776503 h 17765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907593" h="1776503">
                  <a:moveTo>
                    <a:pt x="0" y="0"/>
                  </a:moveTo>
                  <a:lnTo>
                    <a:pt x="6907593" y="1776503"/>
                  </a:lnTo>
                  <a:lnTo>
                    <a:pt x="0" y="1776503"/>
                  </a:lnTo>
                  <a:close/>
                </a:path>
              </a:pathLst>
            </a:custGeom>
            <a:solidFill>
              <a:srgbClr val="157DA8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5">
                <a:solidFill>
                  <a:prstClr val="white"/>
                </a:solidFill>
              </a:endParaRPr>
            </a:p>
          </p:txBody>
        </p:sp>
        <p:sp>
          <p:nvSpPr>
            <p:cNvPr id="60" name="任意多边形 59"/>
            <p:cNvSpPr/>
            <p:nvPr userDrawn="1"/>
          </p:nvSpPr>
          <p:spPr>
            <a:xfrm rot="5400000">
              <a:off x="4508501" y="1124962"/>
              <a:ext cx="1168399" cy="4563535"/>
            </a:xfrm>
            <a:custGeom>
              <a:avLst/>
              <a:gdLst>
                <a:gd name="connsiteX0" fmla="*/ 0 w 6907593"/>
                <a:gd name="connsiteY0" fmla="*/ 0 h 1776503"/>
                <a:gd name="connsiteX1" fmla="*/ 6907593 w 6907593"/>
                <a:gd name="connsiteY1" fmla="*/ 1776503 h 1776503"/>
                <a:gd name="connsiteX2" fmla="*/ 0 w 6907593"/>
                <a:gd name="connsiteY2" fmla="*/ 1776503 h 17765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907593" h="1776503">
                  <a:moveTo>
                    <a:pt x="0" y="0"/>
                  </a:moveTo>
                  <a:lnTo>
                    <a:pt x="6907593" y="1776503"/>
                  </a:lnTo>
                  <a:lnTo>
                    <a:pt x="0" y="1776503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5">
                <a:solidFill>
                  <a:prstClr val="white"/>
                </a:solidFill>
              </a:endParaRPr>
            </a:p>
          </p:txBody>
        </p:sp>
        <p:sp>
          <p:nvSpPr>
            <p:cNvPr id="61" name="任意多边形 60"/>
            <p:cNvSpPr/>
            <p:nvPr userDrawn="1"/>
          </p:nvSpPr>
          <p:spPr>
            <a:xfrm rot="5400000">
              <a:off x="3938216" y="1695243"/>
              <a:ext cx="827303" cy="3081870"/>
            </a:xfrm>
            <a:custGeom>
              <a:avLst/>
              <a:gdLst>
                <a:gd name="connsiteX0" fmla="*/ 0 w 6907593"/>
                <a:gd name="connsiteY0" fmla="*/ 0 h 1776503"/>
                <a:gd name="connsiteX1" fmla="*/ 6907593 w 6907593"/>
                <a:gd name="connsiteY1" fmla="*/ 1776503 h 1776503"/>
                <a:gd name="connsiteX2" fmla="*/ 0 w 6907593"/>
                <a:gd name="connsiteY2" fmla="*/ 1776503 h 17765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907593" h="1776503">
                  <a:moveTo>
                    <a:pt x="0" y="0"/>
                  </a:moveTo>
                  <a:lnTo>
                    <a:pt x="6907593" y="1776503"/>
                  </a:lnTo>
                  <a:lnTo>
                    <a:pt x="0" y="1776503"/>
                  </a:lnTo>
                  <a:close/>
                </a:path>
              </a:pathLst>
            </a:custGeom>
            <a:solidFill>
              <a:schemeClr val="bg1">
                <a:lumMod val="50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5">
                <a:solidFill>
                  <a:prstClr val="white"/>
                </a:solidFill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H_Others_1"/>
          <p:cNvSpPr/>
          <p:nvPr userDrawn="1">
            <p:custDataLst>
              <p:tags r:id="rId2"/>
            </p:custDataLst>
          </p:nvPr>
        </p:nvSpPr>
        <p:spPr>
          <a:xfrm>
            <a:off x="10312400" y="449"/>
            <a:ext cx="1879600" cy="6857551"/>
          </a:xfrm>
          <a:prstGeom prst="rect">
            <a:avLst/>
          </a:prstGeom>
          <a:solidFill>
            <a:srgbClr val="E89E00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7590" dirty="0">
              <a:solidFill>
                <a:prstClr val="white"/>
              </a:solidFill>
              <a:latin typeface="黑体" panose="02010609060101010101" pitchFamily="49" charset="-122"/>
              <a:ea typeface="黑体" panose="02010609060101010101" pitchFamily="49" charset="-122"/>
              <a:sym typeface="Arial" panose="020B0604020202020204" pitchFamily="34" charset="0"/>
            </a:endParaRPr>
          </a:p>
        </p:txBody>
      </p:sp>
      <p:sp>
        <p:nvSpPr>
          <p:cNvPr id="4" name="MH_Others_2"/>
          <p:cNvSpPr/>
          <p:nvPr userDrawn="1">
            <p:custDataLst>
              <p:tags r:id="rId3"/>
            </p:custDataLst>
          </p:nvPr>
        </p:nvSpPr>
        <p:spPr>
          <a:xfrm>
            <a:off x="10011847" y="1"/>
            <a:ext cx="132066" cy="6861462"/>
          </a:xfrm>
          <a:prstGeom prst="rect">
            <a:avLst/>
          </a:prstGeom>
          <a:solidFill>
            <a:srgbClr val="157DA8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>
              <a:solidFill>
                <a:prstClr val="white"/>
              </a:solidFill>
              <a:latin typeface="Arial" panose="020B0604020202020204" pitchFamily="34" charset="0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章首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任意多边形 1"/>
          <p:cNvSpPr/>
          <p:nvPr userDrawn="1"/>
        </p:nvSpPr>
        <p:spPr>
          <a:xfrm>
            <a:off x="0" y="4438650"/>
            <a:ext cx="12188991" cy="2426627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  <a:gd name="connsiteX0-15" fmla="*/ 0 w 6907593"/>
              <a:gd name="connsiteY0-16" fmla="*/ 0 h 1776503"/>
              <a:gd name="connsiteX1-17" fmla="*/ 6907593 w 6907593"/>
              <a:gd name="connsiteY1-18" fmla="*/ 1776503 h 1776503"/>
              <a:gd name="connsiteX2-19" fmla="*/ 0 w 6907593"/>
              <a:gd name="connsiteY2-20" fmla="*/ 1776503 h 1776503"/>
              <a:gd name="connsiteX3-21" fmla="*/ 0 w 6907593"/>
              <a:gd name="connsiteY3-22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2091413" y="1639688"/>
                  <a:pt x="4374752" y="158722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rgbClr val="157DA8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>
              <a:solidFill>
                <a:prstClr val="white"/>
              </a:solidFill>
            </a:endParaRPr>
          </a:p>
        </p:txBody>
      </p:sp>
      <p:sp>
        <p:nvSpPr>
          <p:cNvPr id="3" name="任意多边形 2"/>
          <p:cNvSpPr/>
          <p:nvPr userDrawn="1"/>
        </p:nvSpPr>
        <p:spPr>
          <a:xfrm flipH="1">
            <a:off x="6229348" y="5057775"/>
            <a:ext cx="5969693" cy="1807736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1979235" y="1345282"/>
                  <a:pt x="4428718" y="176628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rgbClr val="E89E00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>
              <a:solidFill>
                <a:prstClr val="white"/>
              </a:solidFill>
            </a:endParaRPr>
          </a:p>
        </p:txBody>
      </p:sp>
      <p:cxnSp>
        <p:nvCxnSpPr>
          <p:cNvPr id="6" name="直接连接符 5"/>
          <p:cNvCxnSpPr/>
          <p:nvPr userDrawn="1"/>
        </p:nvCxnSpPr>
        <p:spPr>
          <a:xfrm flipV="1">
            <a:off x="5013503" y="2190063"/>
            <a:ext cx="0" cy="1997354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grpSp>
        <p:nvGrpSpPr>
          <p:cNvPr id="8" name="组合 7"/>
          <p:cNvGrpSpPr/>
          <p:nvPr userDrawn="1"/>
        </p:nvGrpSpPr>
        <p:grpSpPr>
          <a:xfrm>
            <a:off x="3042969" y="2258053"/>
            <a:ext cx="1476644" cy="1476644"/>
            <a:chOff x="304800" y="673100"/>
            <a:chExt cx="4000500" cy="4000500"/>
          </a:xfrm>
          <a:effectLst>
            <a:outerShdw blurRad="444500" dist="254000" dir="8100000" algn="tr" rotWithShape="0">
              <a:prstClr val="black">
                <a:alpha val="50000"/>
              </a:prstClr>
            </a:outerShdw>
          </a:effectLst>
        </p:grpSpPr>
        <p:sp>
          <p:nvSpPr>
            <p:cNvPr id="9" name="同心圆 8"/>
            <p:cNvSpPr/>
            <p:nvPr/>
          </p:nvSpPr>
          <p:spPr>
            <a:xfrm>
              <a:off x="304800" y="673100"/>
              <a:ext cx="4000500" cy="4000500"/>
            </a:xfrm>
            <a:prstGeom prst="donut">
              <a:avLst>
                <a:gd name="adj" fmla="val 4879"/>
              </a:avLst>
            </a:prstGeom>
            <a:gradFill>
              <a:gsLst>
                <a:gs pos="0">
                  <a:schemeClr val="bg1"/>
                </a:gs>
                <a:gs pos="55000">
                  <a:schemeClr val="bg1">
                    <a:lumMod val="95000"/>
                  </a:schemeClr>
                </a:gs>
                <a:gs pos="100000">
                  <a:schemeClr val="bg1">
                    <a:lumMod val="65000"/>
                  </a:schemeClr>
                </a:gs>
              </a:gsLst>
              <a:lin ang="81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080808"/>
                </a:solidFill>
                <a:latin typeface="宋体" panose="02010600030101010101" pitchFamily="2" charset="-122"/>
              </a:endParaRPr>
            </a:p>
          </p:txBody>
        </p:sp>
        <p:sp>
          <p:nvSpPr>
            <p:cNvPr id="10" name="椭圆 9"/>
            <p:cNvSpPr/>
            <p:nvPr userDrawn="1"/>
          </p:nvSpPr>
          <p:spPr>
            <a:xfrm>
              <a:off x="392112" y="760412"/>
              <a:ext cx="3825874" cy="3825874"/>
            </a:xfrm>
            <a:prstGeom prst="ellipse">
              <a:avLst/>
            </a:prstGeom>
            <a:gradFill>
              <a:gsLst>
                <a:gs pos="0">
                  <a:schemeClr val="bg1"/>
                </a:gs>
                <a:gs pos="51000">
                  <a:schemeClr val="bg1">
                    <a:lumMod val="9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  <a:lin ang="189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080808"/>
                </a:solidFill>
                <a:latin typeface="宋体" panose="02010600030101010101" pitchFamily="2" charset="-122"/>
              </a:endParaRPr>
            </a:p>
          </p:txBody>
        </p:sp>
      </p:grpSp>
      <p:sp>
        <p:nvSpPr>
          <p:cNvPr id="11" name="任意多边形 10"/>
          <p:cNvSpPr/>
          <p:nvPr userDrawn="1"/>
        </p:nvSpPr>
        <p:spPr>
          <a:xfrm rot="10800000" flipH="1">
            <a:off x="1" y="-4"/>
            <a:ext cx="2657474" cy="1752604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1979235" y="1345282"/>
                  <a:pt x="4428718" y="176628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>
              <a:solidFill>
                <a:prstClr val="white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综合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/>
          <p:cNvCxnSpPr/>
          <p:nvPr userDrawn="1"/>
        </p:nvCxnSpPr>
        <p:spPr>
          <a:xfrm>
            <a:off x="1007435" y="833864"/>
            <a:ext cx="10465162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组合 3"/>
          <p:cNvGrpSpPr/>
          <p:nvPr userDrawn="1"/>
        </p:nvGrpSpPr>
        <p:grpSpPr>
          <a:xfrm>
            <a:off x="335360" y="277337"/>
            <a:ext cx="576064" cy="559375"/>
            <a:chOff x="298460" y="987574"/>
            <a:chExt cx="288032" cy="279687"/>
          </a:xfrm>
        </p:grpSpPr>
        <p:sp>
          <p:nvSpPr>
            <p:cNvPr id="5" name="矩形 4"/>
            <p:cNvSpPr/>
            <p:nvPr/>
          </p:nvSpPr>
          <p:spPr>
            <a:xfrm>
              <a:off x="298460" y="987574"/>
              <a:ext cx="216024" cy="216024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  <p:sp>
          <p:nvSpPr>
            <p:cNvPr id="6" name="矩形 5"/>
            <p:cNvSpPr/>
            <p:nvPr/>
          </p:nvSpPr>
          <p:spPr>
            <a:xfrm>
              <a:off x="406472" y="1087241"/>
              <a:ext cx="180020" cy="180020"/>
            </a:xfrm>
            <a:prstGeom prst="rect">
              <a:avLst/>
            </a:prstGeom>
            <a:solidFill>
              <a:srgbClr val="E89E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</p:grpSp>
      <p:pic>
        <p:nvPicPr>
          <p:cNvPr id="7" name="Picture 8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903455" y="349038"/>
            <a:ext cx="1569142" cy="3995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直角三角形 7"/>
          <p:cNvSpPr/>
          <p:nvPr userDrawn="1"/>
        </p:nvSpPr>
        <p:spPr>
          <a:xfrm rot="10800000">
            <a:off x="84662" y="-2"/>
            <a:ext cx="12107337" cy="349040"/>
          </a:xfrm>
          <a:prstGeom prst="rtTriangle">
            <a:avLst/>
          </a:prstGeom>
          <a:gradFill flip="none" rotWithShape="1">
            <a:gsLst>
              <a:gs pos="0">
                <a:srgbClr val="5CC1EA">
                  <a:shade val="30000"/>
                  <a:satMod val="115000"/>
                  <a:alpha val="31000"/>
                </a:srgbClr>
              </a:gs>
              <a:gs pos="50000">
                <a:srgbClr val="5CC1EA">
                  <a:shade val="67500"/>
                  <a:satMod val="115000"/>
                </a:srgbClr>
              </a:gs>
              <a:gs pos="100000">
                <a:srgbClr val="5CC1EA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9" name="直角三角形 8"/>
          <p:cNvSpPr/>
          <p:nvPr userDrawn="1"/>
        </p:nvSpPr>
        <p:spPr>
          <a:xfrm>
            <a:off x="0" y="6417733"/>
            <a:ext cx="12107336" cy="440267"/>
          </a:xfrm>
          <a:prstGeom prst="rtTriangle">
            <a:avLst/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0">
                <a:schemeClr val="accent4">
                  <a:lumMod val="0"/>
                  <a:lumOff val="100000"/>
                </a:schemeClr>
              </a:gs>
              <a:gs pos="39000">
                <a:schemeClr val="accent4">
                  <a:lumMod val="10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讲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连接符 6"/>
          <p:cNvCxnSpPr/>
          <p:nvPr userDrawn="1"/>
        </p:nvCxnSpPr>
        <p:spPr>
          <a:xfrm>
            <a:off x="1007435" y="833864"/>
            <a:ext cx="10465162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组合 7"/>
          <p:cNvGrpSpPr/>
          <p:nvPr userDrawn="1"/>
        </p:nvGrpSpPr>
        <p:grpSpPr>
          <a:xfrm>
            <a:off x="335360" y="277337"/>
            <a:ext cx="576064" cy="559375"/>
            <a:chOff x="298460" y="987574"/>
            <a:chExt cx="288032" cy="279687"/>
          </a:xfrm>
        </p:grpSpPr>
        <p:sp>
          <p:nvSpPr>
            <p:cNvPr id="9" name="矩形 8"/>
            <p:cNvSpPr/>
            <p:nvPr/>
          </p:nvSpPr>
          <p:spPr>
            <a:xfrm>
              <a:off x="298460" y="987574"/>
              <a:ext cx="216024" cy="216024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  <p:sp>
          <p:nvSpPr>
            <p:cNvPr id="10" name="矩形 9"/>
            <p:cNvSpPr/>
            <p:nvPr/>
          </p:nvSpPr>
          <p:spPr>
            <a:xfrm>
              <a:off x="406472" y="1087241"/>
              <a:ext cx="180020" cy="180020"/>
            </a:xfrm>
            <a:prstGeom prst="rect">
              <a:avLst/>
            </a:prstGeom>
            <a:solidFill>
              <a:srgbClr val="4472C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</p:grpSp>
      <p:sp>
        <p:nvSpPr>
          <p:cNvPr id="3" name="直角三角形 2"/>
          <p:cNvSpPr/>
          <p:nvPr userDrawn="1"/>
        </p:nvSpPr>
        <p:spPr>
          <a:xfrm rot="10800000">
            <a:off x="84662" y="-2"/>
            <a:ext cx="12107337" cy="349040"/>
          </a:xfrm>
          <a:prstGeom prst="rtTriangle">
            <a:avLst/>
          </a:prstGeom>
          <a:gradFill flip="none" rotWithShape="1">
            <a:gsLst>
              <a:gs pos="0">
                <a:srgbClr val="5CC1EA">
                  <a:shade val="30000"/>
                  <a:satMod val="115000"/>
                  <a:alpha val="31000"/>
                </a:srgbClr>
              </a:gs>
              <a:gs pos="50000">
                <a:srgbClr val="5CC1EA">
                  <a:shade val="67500"/>
                  <a:satMod val="115000"/>
                </a:srgbClr>
              </a:gs>
              <a:gs pos="100000">
                <a:srgbClr val="5CC1EA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13" name="文本框 12"/>
          <p:cNvSpPr txBox="1"/>
          <p:nvPr userDrawn="1"/>
        </p:nvSpPr>
        <p:spPr>
          <a:xfrm>
            <a:off x="903498" y="-28448"/>
            <a:ext cx="157824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600" dirty="0" smtClean="0">
                <a:solidFill>
                  <a:srgbClr val="4472C4"/>
                </a:solidFill>
                <a:latin typeface="华文行楷" panose="02010800040101010101" pitchFamily="2" charset="-122"/>
                <a:ea typeface="华文行楷" panose="02010800040101010101" pitchFamily="2" charset="-122"/>
              </a:rPr>
              <a:t>讲</a:t>
            </a:r>
            <a:endParaRPr lang="zh-CN" altLang="en-US" sz="9600" dirty="0">
              <a:solidFill>
                <a:srgbClr val="4472C4"/>
              </a:solidFill>
              <a:latin typeface="华文行楷" panose="02010800040101010101" pitchFamily="2" charset="-122"/>
              <a:ea typeface="华文行楷" panose="02010800040101010101" pitchFamily="2" charset="-122"/>
            </a:endParaRPr>
          </a:p>
        </p:txBody>
      </p:sp>
      <p:sp>
        <p:nvSpPr>
          <p:cNvPr id="15" name="直角三角形 14"/>
          <p:cNvSpPr/>
          <p:nvPr userDrawn="1"/>
        </p:nvSpPr>
        <p:spPr>
          <a:xfrm>
            <a:off x="0" y="6508960"/>
            <a:ext cx="12107337" cy="349040"/>
          </a:xfrm>
          <a:prstGeom prst="rtTriangle">
            <a:avLst/>
          </a:prstGeom>
          <a:gradFill flip="none" rotWithShape="1">
            <a:gsLst>
              <a:gs pos="0">
                <a:srgbClr val="5CC1EA">
                  <a:shade val="30000"/>
                  <a:satMod val="115000"/>
                  <a:alpha val="31000"/>
                </a:srgbClr>
              </a:gs>
              <a:gs pos="50000">
                <a:srgbClr val="5CC1EA">
                  <a:shade val="67500"/>
                  <a:satMod val="115000"/>
                </a:srgbClr>
              </a:gs>
              <a:gs pos="100000">
                <a:srgbClr val="5CC1EA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连接符 6"/>
          <p:cNvCxnSpPr/>
          <p:nvPr userDrawn="1"/>
        </p:nvCxnSpPr>
        <p:spPr>
          <a:xfrm>
            <a:off x="1007435" y="833864"/>
            <a:ext cx="10465162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组合 7"/>
          <p:cNvGrpSpPr/>
          <p:nvPr userDrawn="1"/>
        </p:nvGrpSpPr>
        <p:grpSpPr>
          <a:xfrm>
            <a:off x="335360" y="277337"/>
            <a:ext cx="576064" cy="559375"/>
            <a:chOff x="298460" y="987574"/>
            <a:chExt cx="288032" cy="279687"/>
          </a:xfrm>
        </p:grpSpPr>
        <p:sp>
          <p:nvSpPr>
            <p:cNvPr id="9" name="矩形 8"/>
            <p:cNvSpPr/>
            <p:nvPr/>
          </p:nvSpPr>
          <p:spPr>
            <a:xfrm>
              <a:off x="298460" y="987574"/>
              <a:ext cx="216024" cy="216024"/>
            </a:xfrm>
            <a:prstGeom prst="rect">
              <a:avLst/>
            </a:prstGeom>
            <a:noFill/>
            <a:ln w="38100">
              <a:solidFill>
                <a:srgbClr val="E89E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  <p:sp>
          <p:nvSpPr>
            <p:cNvPr id="10" name="矩形 9"/>
            <p:cNvSpPr/>
            <p:nvPr/>
          </p:nvSpPr>
          <p:spPr>
            <a:xfrm>
              <a:off x="406472" y="1087241"/>
              <a:ext cx="180020" cy="180020"/>
            </a:xfrm>
            <a:prstGeom prst="rect">
              <a:avLst/>
            </a:prstGeom>
            <a:solidFill>
              <a:srgbClr val="E89E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</p:grpSp>
      <p:sp>
        <p:nvSpPr>
          <p:cNvPr id="14" name="直角三角形 13"/>
          <p:cNvSpPr/>
          <p:nvPr userDrawn="1"/>
        </p:nvSpPr>
        <p:spPr>
          <a:xfrm>
            <a:off x="0" y="6477000"/>
            <a:ext cx="12107336" cy="381000"/>
          </a:xfrm>
          <a:prstGeom prst="rtTriangle">
            <a:avLst/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0">
                <a:schemeClr val="accent4">
                  <a:lumMod val="0"/>
                  <a:lumOff val="100000"/>
                </a:schemeClr>
              </a:gs>
              <a:gs pos="39000">
                <a:schemeClr val="accent4">
                  <a:lumMod val="10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13" name="文本框 12"/>
          <p:cNvSpPr txBox="1"/>
          <p:nvPr userDrawn="1"/>
        </p:nvSpPr>
        <p:spPr>
          <a:xfrm>
            <a:off x="903498" y="-28448"/>
            <a:ext cx="157824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600" dirty="0" smtClean="0">
                <a:solidFill>
                  <a:srgbClr val="E89E00"/>
                </a:solidFill>
                <a:latin typeface="华文行楷" panose="02010800040101010101" pitchFamily="2" charset="-122"/>
                <a:ea typeface="华文行楷" panose="02010800040101010101" pitchFamily="2" charset="-122"/>
              </a:rPr>
              <a:t>例</a:t>
            </a:r>
            <a:endParaRPr lang="zh-CN" altLang="en-US" sz="9600" dirty="0">
              <a:solidFill>
                <a:srgbClr val="E89E00"/>
              </a:solidFill>
              <a:latin typeface="华文行楷" panose="02010800040101010101" pitchFamily="2" charset="-122"/>
              <a:ea typeface="华文行楷" panose="02010800040101010101" pitchFamily="2" charset="-122"/>
            </a:endParaRPr>
          </a:p>
        </p:txBody>
      </p:sp>
      <p:sp>
        <p:nvSpPr>
          <p:cNvPr id="11" name="直角三角形 10"/>
          <p:cNvSpPr/>
          <p:nvPr userDrawn="1"/>
        </p:nvSpPr>
        <p:spPr>
          <a:xfrm rot="10800000">
            <a:off x="84664" y="3977"/>
            <a:ext cx="12107336" cy="345367"/>
          </a:xfrm>
          <a:prstGeom prst="rtTriangle">
            <a:avLst/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0">
                <a:schemeClr val="accent4">
                  <a:lumMod val="0"/>
                  <a:lumOff val="100000"/>
                </a:schemeClr>
              </a:gs>
              <a:gs pos="39000">
                <a:schemeClr val="accent4">
                  <a:lumMod val="10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连接符 6"/>
          <p:cNvCxnSpPr/>
          <p:nvPr userDrawn="1"/>
        </p:nvCxnSpPr>
        <p:spPr>
          <a:xfrm>
            <a:off x="1007435" y="833864"/>
            <a:ext cx="10465162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组合 7"/>
          <p:cNvGrpSpPr/>
          <p:nvPr userDrawn="1"/>
        </p:nvGrpSpPr>
        <p:grpSpPr>
          <a:xfrm>
            <a:off x="335360" y="277337"/>
            <a:ext cx="576064" cy="559375"/>
            <a:chOff x="298460" y="987574"/>
            <a:chExt cx="288032" cy="279687"/>
          </a:xfrm>
        </p:grpSpPr>
        <p:sp>
          <p:nvSpPr>
            <p:cNvPr id="9" name="矩形 8"/>
            <p:cNvSpPr/>
            <p:nvPr/>
          </p:nvSpPr>
          <p:spPr>
            <a:xfrm>
              <a:off x="298460" y="987574"/>
              <a:ext cx="216024" cy="216024"/>
            </a:xfrm>
            <a:prstGeom prst="rect">
              <a:avLst/>
            </a:prstGeom>
            <a:noFill/>
            <a:ln w="381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  <p:sp>
          <p:nvSpPr>
            <p:cNvPr id="10" name="矩形 9"/>
            <p:cNvSpPr/>
            <p:nvPr/>
          </p:nvSpPr>
          <p:spPr>
            <a:xfrm>
              <a:off x="406472" y="1087241"/>
              <a:ext cx="180020" cy="18002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</p:grpSp>
      <p:sp>
        <p:nvSpPr>
          <p:cNvPr id="3" name="直角三角形 2"/>
          <p:cNvSpPr/>
          <p:nvPr userDrawn="1"/>
        </p:nvSpPr>
        <p:spPr>
          <a:xfrm rot="10800000">
            <a:off x="84662" y="-2"/>
            <a:ext cx="12107337" cy="349040"/>
          </a:xfrm>
          <a:prstGeom prst="rtTriangle">
            <a:avLst/>
          </a:prstGeom>
          <a:gradFill flip="none" rotWithShape="1">
            <a:gsLst>
              <a:gs pos="100000">
                <a:schemeClr val="bg1"/>
              </a:gs>
              <a:gs pos="29000">
                <a:schemeClr val="bg1">
                  <a:lumMod val="50000"/>
                </a:schemeClr>
              </a:gs>
              <a:gs pos="0">
                <a:schemeClr val="bg1">
                  <a:lumMod val="5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13" name="文本框 12"/>
          <p:cNvSpPr txBox="1"/>
          <p:nvPr userDrawn="1"/>
        </p:nvSpPr>
        <p:spPr>
          <a:xfrm>
            <a:off x="903498" y="-28448"/>
            <a:ext cx="157824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600" dirty="0" smtClean="0">
                <a:solidFill>
                  <a:prstClr val="white">
                    <a:lumMod val="50000"/>
                  </a:prstClr>
                </a:solidFill>
                <a:latin typeface="华文行楷" panose="02010800040101010101" pitchFamily="2" charset="-122"/>
                <a:ea typeface="华文行楷" panose="02010800040101010101" pitchFamily="2" charset="-122"/>
              </a:rPr>
              <a:t>练</a:t>
            </a:r>
            <a:endParaRPr lang="zh-CN" altLang="en-US" sz="9600" dirty="0">
              <a:solidFill>
                <a:prstClr val="white">
                  <a:lumMod val="50000"/>
                </a:prstClr>
              </a:solidFill>
              <a:latin typeface="华文行楷" panose="02010800040101010101" pitchFamily="2" charset="-122"/>
              <a:ea typeface="华文行楷" panose="02010800040101010101" pitchFamily="2" charset="-122"/>
            </a:endParaRPr>
          </a:p>
        </p:txBody>
      </p:sp>
      <p:sp>
        <p:nvSpPr>
          <p:cNvPr id="12" name="直角三角形 11"/>
          <p:cNvSpPr/>
          <p:nvPr userDrawn="1"/>
        </p:nvSpPr>
        <p:spPr>
          <a:xfrm>
            <a:off x="0" y="6508960"/>
            <a:ext cx="12107337" cy="349040"/>
          </a:xfrm>
          <a:prstGeom prst="rtTriangle">
            <a:avLst/>
          </a:prstGeom>
          <a:gradFill flip="none" rotWithShape="1">
            <a:gsLst>
              <a:gs pos="100000">
                <a:schemeClr val="bg1"/>
              </a:gs>
              <a:gs pos="29000">
                <a:schemeClr val="bg1">
                  <a:lumMod val="50000"/>
                </a:schemeClr>
              </a:gs>
              <a:gs pos="0">
                <a:schemeClr val="bg1">
                  <a:lumMod val="5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7" Type="http://schemas.openxmlformats.org/officeDocument/2006/relationships/theme" Target="../theme/theme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theme" Target="../theme/theme2.xml"/><Relationship Id="rId8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2.xml"/><Relationship Id="rId5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0.xml"/><Relationship Id="rId3" Type="http://schemas.openxmlformats.org/officeDocument/2006/relationships/slideLayout" Target="../slideLayouts/slideLayout9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7" r:id="rId2"/>
    <p:sldLayoutId id="2147483658" r:id="rId3"/>
    <p:sldLayoutId id="2147483659" r:id="rId4"/>
    <p:sldLayoutId id="2147483660" r:id="rId5"/>
    <p:sldLayoutId id="2147483661" r:id="rId6"/>
    <p:sldLayoutId id="2147483662" r:id="rId7"/>
    <p:sldLayoutId id="2147483663" r:id="rId8"/>
  </p:sldLayoutIdLst>
  <p:timing>
    <p:tnLst>
      <p:par>
        <p:cTn id="1" dur="indefinite" restart="never" nodeType="tmRoot"/>
      </p:par>
    </p:tnLst>
  </p:timing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8.png"/><Relationship Id="rId1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10.png"/><Relationship Id="rId1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5.xml"/><Relationship Id="rId4" Type="http://schemas.openxmlformats.org/officeDocument/2006/relationships/slideLayout" Target="../slideLayouts/slideLayout5.xml"/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6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15.png"/><Relationship Id="rId1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7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17.png"/><Relationship Id="rId1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1894616" y="2431690"/>
            <a:ext cx="7804514" cy="110680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zh-CN" altLang="en-US" sz="6600" dirty="0" smtClean="0">
                <a:ln w="0"/>
                <a:solidFill>
                  <a:srgbClr val="157DA8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机器人传感器</a:t>
            </a:r>
            <a:endParaRPr lang="zh-CN" altLang="en-US" sz="6600" dirty="0" smtClean="0">
              <a:ln w="0"/>
              <a:solidFill>
                <a:srgbClr val="157DA8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查看可用的</a:t>
            </a:r>
            <a:r>
              <a:rPr lang="en-US" altLang="zh-CN" sz="2400" b="1" dirty="0"/>
              <a:t>GPIO</a:t>
            </a:r>
            <a:r>
              <a:rPr lang="zh-CN" altLang="en-US" sz="2400" b="1" dirty="0"/>
              <a:t>控制器</a:t>
            </a:r>
            <a:endParaRPr lang="zh-CN" altLang="en-US" sz="2400" b="1" dirty="0"/>
          </a:p>
        </p:txBody>
      </p:sp>
      <p:sp>
        <p:nvSpPr>
          <p:cNvPr id="10" name="文本框 9"/>
          <p:cNvSpPr txBox="1"/>
          <p:nvPr/>
        </p:nvSpPr>
        <p:spPr>
          <a:xfrm>
            <a:off x="468630" y="1256665"/>
            <a:ext cx="10524490" cy="7467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457200">
              <a:lnSpc>
                <a:spcPct val="130000"/>
              </a:lnSpc>
            </a:pPr>
            <a:r>
              <a:rPr lang="zh-CN" altLang="en-US"/>
              <a:t>终端输入：</a:t>
            </a:r>
            <a:endParaRPr lang="zh-CN" altLang="en-US"/>
          </a:p>
          <a:p>
            <a:pPr marL="3657600" lvl="8" indent="457200">
              <a:lnSpc>
                <a:spcPct val="130000"/>
              </a:lnSpc>
            </a:pPr>
            <a:r>
              <a:rPr lang="en-US" altLang="zh-CN" b="1"/>
              <a:t>ls /dev/gpiochip*</a:t>
            </a:r>
            <a:endParaRPr lang="en-US" altLang="zh-CN" b="1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0825" y="2247265"/>
            <a:ext cx="8900160" cy="723900"/>
          </a:xfrm>
          <a:prstGeom prst="rect">
            <a:avLst/>
          </a:prstGeom>
        </p:spPr>
      </p:pic>
      <p:sp>
        <p:nvSpPr>
          <p:cNvPr id="8" name="文本框 7"/>
          <p:cNvSpPr txBox="1"/>
          <p:nvPr/>
        </p:nvSpPr>
        <p:spPr>
          <a:xfrm>
            <a:off x="1099185" y="3344545"/>
            <a:ext cx="9262745" cy="17519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457200">
              <a:lnSpc>
                <a:spcPct val="120000"/>
              </a:lnSpc>
            </a:pPr>
            <a:r>
              <a:rPr lang="en-US" altLang="zh-CN"/>
              <a:t>gpiozero </a:t>
            </a:r>
            <a:r>
              <a:rPr lang="zh-CN" altLang="en-US"/>
              <a:t>是一个高级库，它使用起来非常简单，并且在底层它会自动调用当前系统最合适的后端库（例如</a:t>
            </a:r>
            <a:r>
              <a:rPr lang="en-US" altLang="zh-CN"/>
              <a:t> lgpio</a:t>
            </a:r>
            <a:r>
              <a:rPr lang="zh-CN" altLang="en-US"/>
              <a:t>），这些后端库是专门为新硬件和新操作系统设计的。</a:t>
            </a:r>
            <a:endParaRPr lang="zh-CN" altLang="en-US"/>
          </a:p>
          <a:p>
            <a:pPr marL="3200400" lvl="7" indent="457200">
              <a:lnSpc>
                <a:spcPct val="120000"/>
              </a:lnSpc>
            </a:pPr>
            <a:r>
              <a:rPr lang="en-US" altLang="zh-CN" b="1"/>
              <a:t>pip install gpiozero</a:t>
            </a:r>
            <a:endParaRPr lang="en-US" altLang="zh-CN" b="1"/>
          </a:p>
          <a:p>
            <a:pPr marL="3200400" lvl="7" indent="457200">
              <a:lnSpc>
                <a:spcPct val="120000"/>
              </a:lnSpc>
            </a:pPr>
            <a:r>
              <a:rPr lang="en-US" altLang="zh-CN" b="1"/>
              <a:t>pip install lgpio</a:t>
            </a:r>
            <a:endParaRPr lang="en-US" altLang="zh-CN" b="1"/>
          </a:p>
          <a:p>
            <a:pPr marL="3200400" lvl="7" indent="457200">
              <a:lnSpc>
                <a:spcPct val="120000"/>
              </a:lnSpc>
            </a:pPr>
            <a:r>
              <a:rPr lang="en-US" altLang="zh-CN" b="1"/>
              <a:t>pip install smbus2</a:t>
            </a:r>
            <a:endParaRPr lang="en-US" altLang="zh-CN" b="1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风扇模块实验</a:t>
            </a:r>
            <a:endParaRPr lang="zh-CN" altLang="en-US" sz="2400" b="1" dirty="0"/>
          </a:p>
        </p:txBody>
      </p:sp>
      <p:sp>
        <p:nvSpPr>
          <p:cNvPr id="10" name="文本框 9"/>
          <p:cNvSpPr txBox="1"/>
          <p:nvPr/>
        </p:nvSpPr>
        <p:spPr>
          <a:xfrm>
            <a:off x="588010" y="1092835"/>
            <a:ext cx="10524490" cy="7467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457200">
              <a:lnSpc>
                <a:spcPct val="130000"/>
              </a:lnSpc>
            </a:pPr>
            <a:r>
              <a:rPr lang="zh-CN" altLang="en-US"/>
              <a:t>准备一个风扇模块，并通过</a:t>
            </a:r>
            <a:r>
              <a:rPr lang="en-US" altLang="zh-CN"/>
              <a:t>4PIN</a:t>
            </a:r>
            <a:r>
              <a:rPr lang="zh-CN" altLang="en-US"/>
              <a:t>线将其连接至树莓派扩展板上的</a:t>
            </a:r>
            <a:r>
              <a:rPr lang="en-US" altLang="zh-CN"/>
              <a:t>GPIO7</a:t>
            </a:r>
            <a:r>
              <a:rPr lang="zh-CN" altLang="en-US"/>
              <a:t>、</a:t>
            </a:r>
            <a:r>
              <a:rPr lang="en-US" altLang="zh-CN"/>
              <a:t>8</a:t>
            </a:r>
            <a:r>
              <a:rPr lang="zh-CN" altLang="en-US"/>
              <a:t>。</a:t>
            </a:r>
            <a:endParaRPr lang="zh-CN" altLang="en-US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7175" y="1668145"/>
            <a:ext cx="5521960" cy="510349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010" y="3053080"/>
            <a:ext cx="4476115" cy="296354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触摸</a:t>
            </a:r>
            <a:r>
              <a:rPr lang="zh-CN" altLang="en-US" sz="2400" b="1" dirty="0"/>
              <a:t>传感器</a:t>
            </a:r>
            <a:endParaRPr lang="zh-CN" altLang="en-US" sz="2400" b="1" dirty="0"/>
          </a:p>
        </p:txBody>
      </p:sp>
      <p:sp>
        <p:nvSpPr>
          <p:cNvPr id="10" name="文本框 9"/>
          <p:cNvSpPr txBox="1"/>
          <p:nvPr/>
        </p:nvSpPr>
        <p:spPr>
          <a:xfrm>
            <a:off x="308610" y="977265"/>
            <a:ext cx="5692775" cy="7467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457200">
              <a:lnSpc>
                <a:spcPct val="130000"/>
              </a:lnSpc>
            </a:pPr>
            <a:r>
              <a:rPr lang="zh-CN" altLang="en-US"/>
              <a:t>准备一个触摸传感器，并通过</a:t>
            </a:r>
            <a:r>
              <a:rPr lang="en-US" altLang="zh-CN"/>
              <a:t>4PIN</a:t>
            </a:r>
            <a:r>
              <a:rPr lang="zh-CN" altLang="en-US"/>
              <a:t>线将其连接</a:t>
            </a:r>
            <a:endParaRPr lang="zh-CN" altLang="en-US"/>
          </a:p>
          <a:p>
            <a:pPr indent="457200">
              <a:lnSpc>
                <a:spcPct val="130000"/>
              </a:lnSpc>
            </a:pPr>
            <a:r>
              <a:rPr lang="zh-CN" altLang="en-US"/>
              <a:t>至树莓派扩展板上的</a:t>
            </a:r>
            <a:r>
              <a:rPr lang="en-US" altLang="zh-CN"/>
              <a:t>GPI02122</a:t>
            </a:r>
            <a:r>
              <a:rPr lang="zh-CN" altLang="en-US"/>
              <a:t>接口</a:t>
            </a:r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20" y="2426335"/>
            <a:ext cx="4231640" cy="306260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8575" y="1246505"/>
            <a:ext cx="5349875" cy="542226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温度传感器</a:t>
            </a:r>
            <a:endParaRPr lang="zh-CN" altLang="en-US" sz="2400" b="1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2537460"/>
            <a:ext cx="4563110" cy="2976245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8710" y="1043940"/>
            <a:ext cx="3500120" cy="297434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8710" y="4018280"/>
            <a:ext cx="3486785" cy="2321560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829310" y="1058545"/>
            <a:ext cx="4064000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457200"/>
            <a:r>
              <a:rPr lang="zh-CN" altLang="en-US">
                <a:sym typeface="+mn-ea"/>
              </a:rPr>
              <a:t>准备一个</a:t>
            </a:r>
            <a:r>
              <a:rPr lang="zh-CN" altLang="en-US">
                <a:sym typeface="+mn-ea"/>
              </a:rPr>
              <a:t>温度传感器，并通过</a:t>
            </a:r>
            <a:r>
              <a:rPr lang="en-US" altLang="zh-CN">
                <a:sym typeface="+mn-ea"/>
              </a:rPr>
              <a:t>4PIN</a:t>
            </a:r>
            <a:r>
              <a:rPr lang="zh-CN" altLang="en-US">
                <a:sym typeface="+mn-ea"/>
              </a:rPr>
              <a:t>线将其连接至树莓派扩展板上的任意一个</a:t>
            </a:r>
            <a:r>
              <a:rPr lang="en-US" altLang="zh-CN">
                <a:sym typeface="+mn-ea"/>
              </a:rPr>
              <a:t>IIC</a:t>
            </a:r>
            <a:r>
              <a:rPr lang="zh-CN" altLang="en-US">
                <a:sym typeface="+mn-ea"/>
              </a:rPr>
              <a:t>接口。</a:t>
            </a:r>
            <a:endParaRPr lang="zh-CN" altLang="en-US"/>
          </a:p>
          <a:p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超声波传感器实验</a:t>
            </a:r>
            <a:endParaRPr lang="zh-CN" altLang="en-US" sz="2400" b="1" dirty="0"/>
          </a:p>
        </p:txBody>
      </p:sp>
      <p:sp>
        <p:nvSpPr>
          <p:cNvPr id="10" name="文本框 9"/>
          <p:cNvSpPr txBox="1"/>
          <p:nvPr/>
        </p:nvSpPr>
        <p:spPr>
          <a:xfrm>
            <a:off x="646430" y="1034415"/>
            <a:ext cx="10524490" cy="4121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457200">
              <a:lnSpc>
                <a:spcPct val="130000"/>
              </a:lnSpc>
            </a:pPr>
            <a:r>
              <a:rPr lang="zh-CN" altLang="en-US"/>
              <a:t>准备一个超声波传感器，并通过</a:t>
            </a:r>
            <a:r>
              <a:rPr lang="en-US" altLang="zh-CN"/>
              <a:t>4PIN</a:t>
            </a:r>
            <a:r>
              <a:rPr lang="zh-CN" altLang="en-US"/>
              <a:t>线将其连接至树莓派扩展板上的任意一个</a:t>
            </a:r>
            <a:r>
              <a:rPr lang="en-US" altLang="zh-CN"/>
              <a:t>IIC</a:t>
            </a:r>
            <a:r>
              <a:rPr lang="zh-CN" altLang="en-US"/>
              <a:t>接口。</a:t>
            </a:r>
            <a:endParaRPr lang="zh-CN" altLang="en-US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5460" y="2357120"/>
            <a:ext cx="4679950" cy="303149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7815" y="1599565"/>
            <a:ext cx="5793105" cy="501713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光线传感器实验</a:t>
            </a:r>
            <a:endParaRPr lang="zh-CN" altLang="en-US" sz="2400" b="1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7060" y="2226945"/>
            <a:ext cx="4573270" cy="3120390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848360" y="1125855"/>
            <a:ext cx="4420235" cy="1087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457200">
              <a:lnSpc>
                <a:spcPct val="120000"/>
              </a:lnSpc>
            </a:pPr>
            <a:r>
              <a:rPr lang="zh-CN" altLang="en-US"/>
              <a:t>准备一个光线传感器模块，并通过</a:t>
            </a:r>
            <a:r>
              <a:rPr lang="en-US" altLang="zh-CN"/>
              <a:t>4PIN</a:t>
            </a:r>
            <a:r>
              <a:rPr lang="zh-CN" altLang="en-US"/>
              <a:t>线将其连接至树莓派扩展板上的</a:t>
            </a:r>
            <a:r>
              <a:rPr lang="en-US" altLang="zh-CN"/>
              <a:t>GPIO22</a:t>
            </a:r>
            <a:r>
              <a:rPr lang="zh-CN" altLang="en-US"/>
              <a:t>、</a:t>
            </a:r>
            <a:r>
              <a:rPr lang="en-US" altLang="zh-CN"/>
              <a:t>24</a:t>
            </a:r>
            <a:r>
              <a:rPr lang="zh-CN" altLang="en-US"/>
              <a:t>。</a:t>
            </a:r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5010" y="1040765"/>
            <a:ext cx="5245100" cy="561467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练习</a:t>
            </a:r>
            <a:endParaRPr lang="zh-CN" altLang="en-US" sz="2400" b="1" dirty="0"/>
          </a:p>
        </p:txBody>
      </p:sp>
      <p:sp>
        <p:nvSpPr>
          <p:cNvPr id="6" name="文本框 5"/>
          <p:cNvSpPr txBox="1"/>
          <p:nvPr/>
        </p:nvSpPr>
        <p:spPr>
          <a:xfrm>
            <a:off x="1199515" y="1060450"/>
            <a:ext cx="9382760" cy="18726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>
              <a:lnSpc>
                <a:spcPct val="130000"/>
              </a:lnSpc>
            </a:pPr>
            <a:r>
              <a:rPr lang="en-US" altLang="zh-CN" sz="2400"/>
              <a:t>1. </a:t>
            </a:r>
            <a:r>
              <a:rPr lang="zh-CN" altLang="en-US" sz="2400"/>
              <a:t>运行本节课程代码（</a:t>
            </a:r>
            <a:r>
              <a:rPr lang="en-US" altLang="zh-CN" sz="2400"/>
              <a:t>funasr</a:t>
            </a:r>
            <a:r>
              <a:rPr lang="zh-CN" altLang="en-US" sz="2400"/>
              <a:t>和</a:t>
            </a:r>
            <a:r>
              <a:rPr lang="en-US" altLang="zh-CN" sz="2400"/>
              <a:t>kokoro</a:t>
            </a:r>
            <a:r>
              <a:rPr lang="zh-CN" altLang="en-US" sz="2400"/>
              <a:t>）。</a:t>
            </a:r>
            <a:endParaRPr lang="zh-CN" altLang="en-US" sz="2400"/>
          </a:p>
          <a:p>
            <a:pPr>
              <a:lnSpc>
                <a:spcPct val="130000"/>
              </a:lnSpc>
            </a:pPr>
            <a:r>
              <a:rPr lang="en-US" altLang="zh-CN" sz="2400"/>
              <a:t>2. </a:t>
            </a:r>
            <a:r>
              <a:rPr lang="zh-CN" altLang="en-US" sz="2400"/>
              <a:t>提出三个任何与本节内容相关的问题，并自行回答。</a:t>
            </a:r>
            <a:endParaRPr lang="zh-CN" altLang="en-US" sz="2400"/>
          </a:p>
          <a:p>
            <a:pPr>
              <a:lnSpc>
                <a:spcPct val="130000"/>
              </a:lnSpc>
            </a:pPr>
            <a:r>
              <a:rPr lang="en-US" altLang="zh-CN" sz="2400"/>
              <a:t>3.</a:t>
            </a:r>
            <a:r>
              <a:rPr lang="zh-CN" altLang="en-US" sz="2400"/>
              <a:t>将代码和问题回答推送到</a:t>
            </a:r>
            <a:r>
              <a:rPr lang="en-US" altLang="zh-CN" sz="2400"/>
              <a:t>github</a:t>
            </a:r>
            <a:r>
              <a:rPr lang="zh-CN" altLang="en-US" sz="2400"/>
              <a:t>。</a:t>
            </a:r>
            <a:endParaRPr lang="zh-CN" altLang="en-US" sz="240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3041964" y="2338038"/>
            <a:ext cx="1457608" cy="1322070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en-US" altLang="zh-CN" sz="8000" dirty="0">
                <a:solidFill>
                  <a:srgbClr val="E89E00"/>
                </a:solidFill>
                <a:ea typeface="Arial Unicode MS" panose="020B0604020202020204" pitchFamily="34" charset="-122"/>
                <a:cs typeface="Arial Unicode MS" panose="020B0604020202020204" pitchFamily="34" charset="-122"/>
              </a:rPr>
              <a:t>5</a:t>
            </a:r>
            <a:endParaRPr lang="en-US" altLang="zh-CN" sz="8000" dirty="0">
              <a:solidFill>
                <a:srgbClr val="E89E00"/>
              </a:solidFill>
              <a:ea typeface="Arial Unicode MS" panose="020B0604020202020204" pitchFamily="34" charset="-122"/>
              <a:cs typeface="Arial Unicode MS" panose="020B0604020202020204" pitchFamily="34" charset="-122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5186014" y="3076017"/>
            <a:ext cx="4887877" cy="6451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sz="3600" b="1" dirty="0" smtClean="0">
                <a:solidFill>
                  <a:prstClr val="black"/>
                </a:solidFill>
                <a:latin typeface="宋体" panose="02010600030101010101" pitchFamily="2" charset="-122"/>
              </a:rPr>
              <a:t>第</a:t>
            </a:r>
            <a:r>
              <a:rPr lang="en-US" altLang="zh-CN" sz="3600" b="1" dirty="0" smtClean="0">
                <a:solidFill>
                  <a:prstClr val="black"/>
                </a:solidFill>
                <a:latin typeface="宋体" panose="02010600030101010101" pitchFamily="2" charset="-122"/>
              </a:rPr>
              <a:t>5</a:t>
            </a:r>
            <a:r>
              <a:rPr lang="zh-CN" altLang="en-US" sz="3600" b="1" dirty="0" smtClean="0">
                <a:solidFill>
                  <a:prstClr val="black"/>
                </a:solidFill>
                <a:latin typeface="宋体" panose="02010600030101010101" pitchFamily="2" charset="-122"/>
              </a:rPr>
              <a:t>课</a:t>
            </a:r>
            <a:r>
              <a:rPr lang="en-US" altLang="zh-CN" sz="3600" b="1" dirty="0" smtClean="0">
                <a:solidFill>
                  <a:prstClr val="black"/>
                </a:solidFill>
                <a:latin typeface="宋体" panose="02010600030101010101" pitchFamily="2" charset="-122"/>
              </a:rPr>
              <a:t>	</a:t>
            </a:r>
            <a:r>
              <a:rPr lang="zh-CN" altLang="en-US" sz="3600" b="1" dirty="0" smtClean="0">
                <a:solidFill>
                  <a:prstClr val="black"/>
                </a:solidFill>
                <a:latin typeface="宋体" panose="02010600030101010101" pitchFamily="2" charset="-122"/>
              </a:rPr>
              <a:t>完</a:t>
            </a:r>
            <a:endParaRPr lang="en-US" altLang="zh-CN" sz="3600" b="1" dirty="0" smtClean="0">
              <a:solidFill>
                <a:prstClr val="black"/>
              </a:solidFill>
              <a:latin typeface="宋体" panose="02010600030101010101" pitchFamily="2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5186012" y="2337353"/>
            <a:ext cx="6761573" cy="5835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3200" dirty="0" smtClean="0">
                <a:solidFill>
                  <a:srgbClr val="4472C4"/>
                </a:solidFill>
              </a:rPr>
              <a:t>机器人</a:t>
            </a:r>
            <a:r>
              <a:rPr lang="zh-CN" altLang="en-US" sz="3200" dirty="0" smtClean="0">
                <a:solidFill>
                  <a:srgbClr val="4472C4"/>
                </a:solidFill>
              </a:rPr>
              <a:t>传感器</a:t>
            </a:r>
            <a:endParaRPr lang="zh-CN" altLang="en-US" sz="3200" dirty="0" smtClean="0">
              <a:solidFill>
                <a:srgbClr val="4472C4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tags/tag1.xml><?xml version="1.0" encoding="utf-8"?>
<p:tagLst xmlns:p="http://schemas.openxmlformats.org/presentationml/2006/main">
  <p:tag name="MH" val="20160830110410"/>
  <p:tag name="MH_LIBRARY" val="CONTENTS"/>
  <p:tag name="MH_TYPE" val="OTHERS"/>
  <p:tag name="ID" val="547132"/>
</p:tagLst>
</file>

<file path=ppt/tags/tag2.xml><?xml version="1.0" encoding="utf-8"?>
<p:tagLst xmlns:p="http://schemas.openxmlformats.org/presentationml/2006/main">
  <p:tag name="MH" val="20160830110410"/>
  <p:tag name="MH_LIBRARY" val="CONTENTS"/>
  <p:tag name="MH_TYPE" val="OTHERS"/>
  <p:tag name="ID" val="547132"/>
</p:tagLst>
</file>

<file path=ppt/tags/tag3.xml><?xml version="1.0" encoding="utf-8"?>
<p:tagLst xmlns:p="http://schemas.openxmlformats.org/presentationml/2006/main">
  <p:tag name="MH" val="20160830110410"/>
  <p:tag name="MH_LIBRARY" val="CONTENTS"/>
  <p:tag name="MH_TYPE" val="OTHERS"/>
  <p:tag name="ID" val="547132"/>
</p:tagLst>
</file>

<file path=ppt/tags/tag4.xml><?xml version="1.0" encoding="utf-8"?>
<p:tagLst xmlns:p="http://schemas.openxmlformats.org/presentationml/2006/main">
  <p:tag name="MH" val="20160830110410"/>
  <p:tag name="MH_LIBRARY" val="CONTENTS"/>
  <p:tag name="MH_TYPE" val="OTHERS"/>
  <p:tag name="ID" val="547132"/>
</p:tagLst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28575">
          <a:tailEnd type="none"/>
        </a:ln>
      </a:spPr>
      <a:bodyPr/>
      <a:lstStyle/>
      <a:style>
        <a:lnRef idx="3">
          <a:schemeClr val="accent4"/>
        </a:lnRef>
        <a:fillRef idx="0">
          <a:schemeClr val="accent4"/>
        </a:fillRef>
        <a:effectRef idx="2">
          <a:schemeClr val="accent4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_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38100">
          <a:solidFill>
            <a:srgbClr val="4472C4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0</TotalTime>
  <Words>499</Words>
  <Application>WPS 演示</Application>
  <PresentationFormat>宽屏</PresentationFormat>
  <Paragraphs>46</Paragraphs>
  <Slides>9</Slides>
  <Notes>24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9</vt:i4>
      </vt:variant>
    </vt:vector>
  </HeadingPairs>
  <TitlesOfParts>
    <vt:vector size="21" baseType="lpstr">
      <vt:lpstr>Arial</vt:lpstr>
      <vt:lpstr>宋体</vt:lpstr>
      <vt:lpstr>Wingdings</vt:lpstr>
      <vt:lpstr>华文新魏</vt:lpstr>
      <vt:lpstr>黑体</vt:lpstr>
      <vt:lpstr>微软雅黑</vt:lpstr>
      <vt:lpstr>华文行楷</vt:lpstr>
      <vt:lpstr>Arial Unicode MS</vt:lpstr>
      <vt:lpstr>Calibri</vt:lpstr>
      <vt:lpstr>Arial Unicode MS</vt:lpstr>
      <vt:lpstr>Office 主题</vt:lpstr>
      <vt:lpstr>2_Office 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上海仪酷智能科技有限公司</dc:creator>
  <cp:lastModifiedBy>╭⌒better进行时</cp:lastModifiedBy>
  <cp:revision>999</cp:revision>
  <dcterms:created xsi:type="dcterms:W3CDTF">2017-07-25T03:07:00Z</dcterms:created>
  <dcterms:modified xsi:type="dcterms:W3CDTF">2025-11-11T10:15:21Z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8841B4F7B610481D8E35DE8E2DF00779_13</vt:lpwstr>
  </property>
  <property fmtid="{D5CDD505-2E9C-101B-9397-08002B2CF9AE}" pid="3" name="KSOProductBuildVer">
    <vt:lpwstr>2052-12.1.0.23542</vt:lpwstr>
  </property>
</Properties>
</file>