
<file path=[Content_Types].xml><?xml version="1.0" encoding="utf-8"?>
<Types xmlns="http://schemas.openxmlformats.org/package/2006/content-types">
  <Default Extension="jpeg" ContentType="image/jpeg"/>
  <Default Extension="JPG" ContentType="image/.jpg"/>
  <Default Extension="gif" ContentType="image/gif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ommentAuthors.xml" ContentType="application/vnd.openxmlformats-officedocument.presentationml.commentAuthor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  <p:sldMasterId id="2147483655" r:id="rId3"/>
  </p:sldMasterIdLst>
  <p:notesMasterIdLst>
    <p:notesMasterId r:id="rId6"/>
  </p:notesMasterIdLst>
  <p:handoutMasterIdLst>
    <p:handoutMasterId r:id="rId22"/>
  </p:handoutMasterIdLst>
  <p:sldIdLst>
    <p:sldId id="463" r:id="rId4"/>
    <p:sldId id="364" r:id="rId5"/>
    <p:sldId id="451" r:id="rId7"/>
    <p:sldId id="450" r:id="rId8"/>
    <p:sldId id="452" r:id="rId9"/>
    <p:sldId id="445" r:id="rId10"/>
    <p:sldId id="453" r:id="rId11"/>
    <p:sldId id="454" r:id="rId12"/>
    <p:sldId id="446" r:id="rId13"/>
    <p:sldId id="455" r:id="rId14"/>
    <p:sldId id="459" r:id="rId15"/>
    <p:sldId id="460" r:id="rId16"/>
    <p:sldId id="457" r:id="rId17"/>
    <p:sldId id="456" r:id="rId18"/>
    <p:sldId id="461" r:id="rId19"/>
    <p:sldId id="356" r:id="rId20"/>
    <p:sldId id="320" r:id="rId21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pos="3840" userDrawn="1">
          <p15:clr>
            <a:srgbClr val="A4A3A4"/>
          </p15:clr>
        </p15:guide>
        <p15:guide id="2" orient="horz" pos="2216" userDrawn="1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马奇" initials="马奇" lastIdx="1" clrIdx="0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4472C4"/>
    <a:srgbClr val="E89E00"/>
    <a:srgbClr val="FF9900"/>
    <a:srgbClr val="FFCCCC"/>
    <a:srgbClr val="D8BBA1"/>
    <a:srgbClr val="E2C718"/>
    <a:srgbClr val="D61621"/>
    <a:srgbClr val="FFD002"/>
    <a:srgbClr val="FF6666"/>
    <a:srgbClr val="FF006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218" autoAdjust="0"/>
    <p:restoredTop sz="79859" autoAdjust="0"/>
  </p:normalViewPr>
  <p:slideViewPr>
    <p:cSldViewPr snapToGrid="0" showGuides="1">
      <p:cViewPr varScale="1">
        <p:scale>
          <a:sx n="83" d="100"/>
          <a:sy n="83" d="100"/>
        </p:scale>
        <p:origin x="438" y="84"/>
      </p:cViewPr>
      <p:guideLst>
        <p:guide pos="3840"/>
        <p:guide orient="horz" pos="2216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67" d="100"/>
          <a:sy n="67" d="100"/>
        </p:scale>
        <p:origin x="3120" y="77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5.xml"/><Relationship Id="rId8" Type="http://schemas.openxmlformats.org/officeDocument/2006/relationships/slide" Target="slides/slide4.xml"/><Relationship Id="rId7" Type="http://schemas.openxmlformats.org/officeDocument/2006/relationships/slide" Target="slides/slide3.xml"/><Relationship Id="rId6" Type="http://schemas.openxmlformats.org/officeDocument/2006/relationships/notesMaster" Target="notesMasters/notesMaster1.xml"/><Relationship Id="rId5" Type="http://schemas.openxmlformats.org/officeDocument/2006/relationships/slide" Target="slides/slide2.xml"/><Relationship Id="rId4" Type="http://schemas.openxmlformats.org/officeDocument/2006/relationships/slide" Target="slides/slide1.xml"/><Relationship Id="rId3" Type="http://schemas.openxmlformats.org/officeDocument/2006/relationships/slideMaster" Target="slideMasters/slideMaster2.xml"/><Relationship Id="rId26" Type="http://schemas.openxmlformats.org/officeDocument/2006/relationships/commentAuthors" Target="commentAuthors.xml"/><Relationship Id="rId25" Type="http://schemas.openxmlformats.org/officeDocument/2006/relationships/tableStyles" Target="tableStyles.xml"/><Relationship Id="rId24" Type="http://schemas.openxmlformats.org/officeDocument/2006/relationships/viewProps" Target="viewProps.xml"/><Relationship Id="rId23" Type="http://schemas.openxmlformats.org/officeDocument/2006/relationships/presProps" Target="presProps.xml"/><Relationship Id="rId22" Type="http://schemas.openxmlformats.org/officeDocument/2006/relationships/handoutMaster" Target="handoutMasters/handoutMaster1.xml"/><Relationship Id="rId21" Type="http://schemas.openxmlformats.org/officeDocument/2006/relationships/slide" Target="slides/slide17.xml"/><Relationship Id="rId20" Type="http://schemas.openxmlformats.org/officeDocument/2006/relationships/slide" Target="slides/slide16.xml"/><Relationship Id="rId2" Type="http://schemas.openxmlformats.org/officeDocument/2006/relationships/theme" Target="theme/theme1.xml"/><Relationship Id="rId19" Type="http://schemas.openxmlformats.org/officeDocument/2006/relationships/slide" Target="slides/slide15.xml"/><Relationship Id="rId18" Type="http://schemas.openxmlformats.org/officeDocument/2006/relationships/slide" Target="slides/slide14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" Type="http://schemas.openxmlformats.org/officeDocument/2006/relationships/slideMaster" Target="slideMasters/slide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B84EA-7D68-4D60-9CB1-D50884785D1C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D4E0FC9-F1F8-4FAE-9988-3BA365CFD46F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C235978-AA0F-4019-89CE-7C0DBBEECEE6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D629C50-E8D2-44C1-A6BB-3798535718E9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9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0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2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3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4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5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6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D629C50-E8D2-44C1-A6BB-3798535718E9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D629C50-E8D2-44C1-A6BB-3798535718E9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D629C50-E8D2-44C1-A6BB-3798535718E9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D629C50-E8D2-44C1-A6BB-3798535718E9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D629C50-E8D2-44C1-A6BB-3798535718E9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D629C50-E8D2-44C1-A6BB-3798535718E9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D629C50-E8D2-44C1-A6BB-3798535718E9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D629C50-E8D2-44C1-A6BB-3798535718E9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D629C50-E8D2-44C1-A6BB-3798535718E9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D629C50-E8D2-44C1-A6BB-3798535718E9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D629C50-E8D2-44C1-A6BB-3798535718E9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D629C50-E8D2-44C1-A6BB-3798535718E9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D629C50-E8D2-44C1-A6BB-3798535718E9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D629C50-E8D2-44C1-A6BB-3798535718E9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D629C50-E8D2-44C1-A6BB-3798535718E9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D629C50-E8D2-44C1-A6BB-3798535718E9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GIF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tags" Target="../tags/tag2.xml"/><Relationship Id="rId2" Type="http://schemas.openxmlformats.org/officeDocument/2006/relationships/tags" Target="../tags/tag1.xml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4" Type="http://schemas.openxmlformats.org/officeDocument/2006/relationships/image" Target="../media/image4.png"/><Relationship Id="rId3" Type="http://schemas.openxmlformats.org/officeDocument/2006/relationships/image" Target="../media/image2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1.GIF"/><Relationship Id="rId1" Type="http://schemas.openxmlformats.org/officeDocument/2006/relationships/slideMaster" Target="../slideMasters/slideMaster2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tags" Target="../tags/tag4.xml"/><Relationship Id="rId2" Type="http://schemas.openxmlformats.org/officeDocument/2006/relationships/tags" Target="../tags/tag3.xml"/><Relationship Id="rId1" Type="http://schemas.openxmlformats.org/officeDocument/2006/relationships/slideMaster" Target="../slideMasters/slideMaster2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封面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任意多边形 7"/>
          <p:cNvSpPr/>
          <p:nvPr userDrawn="1"/>
        </p:nvSpPr>
        <p:spPr>
          <a:xfrm rot="5400000">
            <a:off x="4050259" y="-4050255"/>
            <a:ext cx="1802935" cy="9903456"/>
          </a:xfrm>
          <a:custGeom>
            <a:avLst/>
            <a:gdLst>
              <a:gd name="connsiteX0" fmla="*/ 0 w 6907593"/>
              <a:gd name="connsiteY0" fmla="*/ 0 h 1776503"/>
              <a:gd name="connsiteX1" fmla="*/ 6907593 w 6907593"/>
              <a:gd name="connsiteY1" fmla="*/ 1776503 h 1776503"/>
              <a:gd name="connsiteX2" fmla="*/ 0 w 6907593"/>
              <a:gd name="connsiteY2" fmla="*/ 1776503 h 177650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6907593" h="1776503">
                <a:moveTo>
                  <a:pt x="0" y="0"/>
                </a:moveTo>
                <a:lnTo>
                  <a:pt x="6907593" y="1776503"/>
                </a:lnTo>
                <a:lnTo>
                  <a:pt x="0" y="1776503"/>
                </a:lnTo>
                <a:close/>
              </a:path>
            </a:pathLst>
          </a:custGeom>
          <a:solidFill>
            <a:srgbClr val="157DA8">
              <a:alpha val="8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705"/>
          </a:p>
        </p:txBody>
      </p:sp>
      <p:sp>
        <p:nvSpPr>
          <p:cNvPr id="9" name="任意多边形 8"/>
          <p:cNvSpPr/>
          <p:nvPr userDrawn="1"/>
        </p:nvSpPr>
        <p:spPr>
          <a:xfrm flipH="1">
            <a:off x="10111813" y="1412240"/>
            <a:ext cx="2080184" cy="5445760"/>
          </a:xfrm>
          <a:custGeom>
            <a:avLst/>
            <a:gdLst>
              <a:gd name="connsiteX0" fmla="*/ 0 w 6907593"/>
              <a:gd name="connsiteY0" fmla="*/ 0 h 1776503"/>
              <a:gd name="connsiteX1" fmla="*/ 6907593 w 6907593"/>
              <a:gd name="connsiteY1" fmla="*/ 1776503 h 1776503"/>
              <a:gd name="connsiteX2" fmla="*/ 0 w 6907593"/>
              <a:gd name="connsiteY2" fmla="*/ 1776503 h 177650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6907593" h="1776503">
                <a:moveTo>
                  <a:pt x="0" y="0"/>
                </a:moveTo>
                <a:lnTo>
                  <a:pt x="6907593" y="1776503"/>
                </a:lnTo>
                <a:lnTo>
                  <a:pt x="0" y="1776503"/>
                </a:lnTo>
                <a:close/>
              </a:path>
            </a:pathLst>
          </a:custGeom>
          <a:solidFill>
            <a:srgbClr val="E89E00">
              <a:alpha val="8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705"/>
          </a:p>
        </p:txBody>
      </p:sp>
      <p:sp>
        <p:nvSpPr>
          <p:cNvPr id="10" name="任意多边形 9"/>
          <p:cNvSpPr/>
          <p:nvPr userDrawn="1"/>
        </p:nvSpPr>
        <p:spPr>
          <a:xfrm rot="5400000">
            <a:off x="2385073" y="-2385070"/>
            <a:ext cx="1061693" cy="5831840"/>
          </a:xfrm>
          <a:custGeom>
            <a:avLst/>
            <a:gdLst>
              <a:gd name="connsiteX0" fmla="*/ 0 w 6907593"/>
              <a:gd name="connsiteY0" fmla="*/ 0 h 1776503"/>
              <a:gd name="connsiteX1" fmla="*/ 6907593 w 6907593"/>
              <a:gd name="connsiteY1" fmla="*/ 1776503 h 1776503"/>
              <a:gd name="connsiteX2" fmla="*/ 0 w 6907593"/>
              <a:gd name="connsiteY2" fmla="*/ 1776503 h 177650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6907593" h="1776503">
                <a:moveTo>
                  <a:pt x="0" y="0"/>
                </a:moveTo>
                <a:lnTo>
                  <a:pt x="6907593" y="1776503"/>
                </a:lnTo>
                <a:lnTo>
                  <a:pt x="0" y="1776503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705"/>
          </a:p>
        </p:txBody>
      </p:sp>
      <p:sp>
        <p:nvSpPr>
          <p:cNvPr id="11" name="任意多边形 10"/>
          <p:cNvSpPr/>
          <p:nvPr userDrawn="1"/>
        </p:nvSpPr>
        <p:spPr>
          <a:xfrm rot="5400000">
            <a:off x="1483399" y="-1483401"/>
            <a:ext cx="660321" cy="3627120"/>
          </a:xfrm>
          <a:custGeom>
            <a:avLst/>
            <a:gdLst>
              <a:gd name="connsiteX0" fmla="*/ 0 w 6907593"/>
              <a:gd name="connsiteY0" fmla="*/ 0 h 1776503"/>
              <a:gd name="connsiteX1" fmla="*/ 6907593 w 6907593"/>
              <a:gd name="connsiteY1" fmla="*/ 1776503 h 1776503"/>
              <a:gd name="connsiteX2" fmla="*/ 0 w 6907593"/>
              <a:gd name="connsiteY2" fmla="*/ 1776503 h 177650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6907593" h="1776503">
                <a:moveTo>
                  <a:pt x="0" y="0"/>
                </a:moveTo>
                <a:lnTo>
                  <a:pt x="6907593" y="1776503"/>
                </a:lnTo>
                <a:lnTo>
                  <a:pt x="0" y="1776503"/>
                </a:lnTo>
                <a:close/>
              </a:path>
            </a:pathLst>
          </a:custGeom>
          <a:solidFill>
            <a:schemeClr val="bg1">
              <a:lumMod val="50000"/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705"/>
          </a:p>
        </p:txBody>
      </p:sp>
      <p:sp>
        <p:nvSpPr>
          <p:cNvPr id="12" name="任意多边形 11"/>
          <p:cNvSpPr/>
          <p:nvPr userDrawn="1"/>
        </p:nvSpPr>
        <p:spPr>
          <a:xfrm flipH="1">
            <a:off x="10993120" y="3719437"/>
            <a:ext cx="1198876" cy="3138563"/>
          </a:xfrm>
          <a:custGeom>
            <a:avLst/>
            <a:gdLst>
              <a:gd name="connsiteX0" fmla="*/ 0 w 6907593"/>
              <a:gd name="connsiteY0" fmla="*/ 0 h 1776503"/>
              <a:gd name="connsiteX1" fmla="*/ 6907593 w 6907593"/>
              <a:gd name="connsiteY1" fmla="*/ 1776503 h 1776503"/>
              <a:gd name="connsiteX2" fmla="*/ 0 w 6907593"/>
              <a:gd name="connsiteY2" fmla="*/ 1776503 h 177650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6907593" h="1776503">
                <a:moveTo>
                  <a:pt x="0" y="0"/>
                </a:moveTo>
                <a:lnTo>
                  <a:pt x="6907593" y="1776503"/>
                </a:lnTo>
                <a:lnTo>
                  <a:pt x="0" y="1776503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705"/>
          </a:p>
        </p:txBody>
      </p:sp>
      <p:grpSp>
        <p:nvGrpSpPr>
          <p:cNvPr id="7" name="组合 6"/>
          <p:cNvGrpSpPr/>
          <p:nvPr userDrawn="1"/>
        </p:nvGrpSpPr>
        <p:grpSpPr>
          <a:xfrm>
            <a:off x="9273790" y="-94255"/>
            <a:ext cx="2995243" cy="1264792"/>
            <a:chOff x="8303568" y="2694"/>
            <a:chExt cx="3888434" cy="1641957"/>
          </a:xfrm>
        </p:grpSpPr>
        <p:pic>
          <p:nvPicPr>
            <p:cNvPr id="13" name="图片 12"/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781156" y="221822"/>
              <a:ext cx="2909748" cy="1422829"/>
            </a:xfrm>
            <a:prstGeom prst="rect">
              <a:avLst/>
            </a:prstGeom>
          </p:spPr>
        </p:pic>
        <p:sp>
          <p:nvSpPr>
            <p:cNvPr id="14" name="文本框 13"/>
            <p:cNvSpPr txBox="1"/>
            <p:nvPr/>
          </p:nvSpPr>
          <p:spPr>
            <a:xfrm>
              <a:off x="8303571" y="2694"/>
              <a:ext cx="3888431" cy="6069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>
                <a:lnSpc>
                  <a:spcPct val="150000"/>
                </a:lnSpc>
              </a:pPr>
              <a:r>
                <a:rPr lang="zh-CN" altLang="en-US" sz="1800" dirty="0">
                  <a:latin typeface="华文新魏" panose="02010800040101010101" pitchFamily="2" charset="-122"/>
                  <a:ea typeface="华文新魏" panose="02010800040101010101" pitchFamily="2" charset="-122"/>
                </a:rPr>
                <a:t>上海仪酷智能科技有限公司</a:t>
              </a:r>
              <a:endParaRPr lang="en-US" altLang="zh-CN" sz="3200" dirty="0">
                <a:solidFill>
                  <a:srgbClr val="0070C0"/>
                </a:solidFill>
                <a:latin typeface="+mj-lt"/>
                <a:ea typeface="华文新魏" panose="02010800040101010101" pitchFamily="2" charset="-122"/>
              </a:endParaRPr>
            </a:p>
          </p:txBody>
        </p:sp>
        <p:sp>
          <p:nvSpPr>
            <p:cNvPr id="15" name="文本框 14"/>
            <p:cNvSpPr txBox="1"/>
            <p:nvPr/>
          </p:nvSpPr>
          <p:spPr>
            <a:xfrm>
              <a:off x="8303568" y="274888"/>
              <a:ext cx="3888431" cy="97974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>
                <a:lnSpc>
                  <a:spcPct val="150000"/>
                </a:lnSpc>
              </a:pPr>
              <a:r>
                <a:rPr lang="en-US" altLang="zh-CN" sz="3200" dirty="0">
                  <a:solidFill>
                    <a:srgbClr val="0070C0"/>
                  </a:solidFill>
                  <a:ea typeface="华文新魏" panose="02010800040101010101" pitchFamily="2" charset="-122"/>
                </a:rPr>
                <a:t>VI</a:t>
              </a:r>
              <a:r>
                <a:rPr lang="en-US" altLang="zh-CN" sz="3200" dirty="0">
                  <a:solidFill>
                    <a:schemeClr val="bg1">
                      <a:lumMod val="65000"/>
                    </a:schemeClr>
                  </a:solidFill>
                  <a:ea typeface="华文新魏" panose="02010800040101010101" pitchFamily="2" charset="-122"/>
                </a:rPr>
                <a:t>R </a:t>
              </a:r>
              <a:r>
                <a:rPr lang="en-US" altLang="zh-CN" sz="3200" dirty="0">
                  <a:ea typeface="华文新魏" panose="02010800040101010101" pitchFamily="2" charset="-122"/>
                </a:rPr>
                <a:t>      </a:t>
              </a:r>
              <a:r>
                <a:rPr lang="en-US" altLang="zh-CN" sz="3200" dirty="0">
                  <a:solidFill>
                    <a:schemeClr val="bg1">
                      <a:lumMod val="65000"/>
                    </a:schemeClr>
                  </a:solidFill>
                  <a:ea typeface="华文新魏" panose="02010800040101010101" pitchFamily="2" charset="-122"/>
                </a:rPr>
                <a:t>tics</a:t>
              </a:r>
              <a:endParaRPr lang="en-US" altLang="zh-CN" sz="3200" dirty="0">
                <a:solidFill>
                  <a:schemeClr val="bg1">
                    <a:lumMod val="65000"/>
                  </a:schemeClr>
                </a:solidFill>
                <a:ea typeface="华文新魏" panose="02010800040101010101" pitchFamily="2" charset="-122"/>
              </a:endParaRPr>
            </a:p>
          </p:txBody>
        </p:sp>
      </p:grpSp>
      <p:sp>
        <p:nvSpPr>
          <p:cNvPr id="16" name="任意多边形 15"/>
          <p:cNvSpPr/>
          <p:nvPr userDrawn="1"/>
        </p:nvSpPr>
        <p:spPr>
          <a:xfrm rot="5400000" flipH="1">
            <a:off x="140597" y="5298178"/>
            <a:ext cx="1419223" cy="1700416"/>
          </a:xfrm>
          <a:custGeom>
            <a:avLst/>
            <a:gdLst>
              <a:gd name="connsiteX0" fmla="*/ 0 w 6907593"/>
              <a:gd name="connsiteY0" fmla="*/ 0 h 1776503"/>
              <a:gd name="connsiteX1" fmla="*/ 6907593 w 6907593"/>
              <a:gd name="connsiteY1" fmla="*/ 1776503 h 1776503"/>
              <a:gd name="connsiteX2" fmla="*/ 0 w 6907593"/>
              <a:gd name="connsiteY2" fmla="*/ 1776503 h 177650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6907593" h="1776503">
                <a:moveTo>
                  <a:pt x="0" y="0"/>
                </a:moveTo>
                <a:lnTo>
                  <a:pt x="6907593" y="1776503"/>
                </a:lnTo>
                <a:lnTo>
                  <a:pt x="0" y="1776503"/>
                </a:lnTo>
                <a:close/>
              </a:path>
            </a:pathLst>
          </a:cu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705"/>
          </a:p>
        </p:txBody>
      </p:sp>
      <p:sp>
        <p:nvSpPr>
          <p:cNvPr id="17" name="任意多边形 16"/>
          <p:cNvSpPr/>
          <p:nvPr userDrawn="1"/>
        </p:nvSpPr>
        <p:spPr>
          <a:xfrm rot="5400000" flipH="1">
            <a:off x="86469" y="5898692"/>
            <a:ext cx="872838" cy="1045776"/>
          </a:xfrm>
          <a:custGeom>
            <a:avLst/>
            <a:gdLst>
              <a:gd name="connsiteX0" fmla="*/ 0 w 6907593"/>
              <a:gd name="connsiteY0" fmla="*/ 0 h 1776503"/>
              <a:gd name="connsiteX1" fmla="*/ 6907593 w 6907593"/>
              <a:gd name="connsiteY1" fmla="*/ 1776503 h 1776503"/>
              <a:gd name="connsiteX2" fmla="*/ 0 w 6907593"/>
              <a:gd name="connsiteY2" fmla="*/ 1776503 h 177650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6907593" h="1776503">
                <a:moveTo>
                  <a:pt x="0" y="0"/>
                </a:moveTo>
                <a:lnTo>
                  <a:pt x="6907593" y="1776503"/>
                </a:lnTo>
                <a:lnTo>
                  <a:pt x="0" y="1776503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705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目录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H_Others_1"/>
          <p:cNvSpPr/>
          <p:nvPr userDrawn="1">
            <p:custDataLst>
              <p:tags r:id="rId2"/>
            </p:custDataLst>
          </p:nvPr>
        </p:nvSpPr>
        <p:spPr>
          <a:xfrm>
            <a:off x="10312400" y="449"/>
            <a:ext cx="1879600" cy="6857551"/>
          </a:xfrm>
          <a:prstGeom prst="rect">
            <a:avLst/>
          </a:prstGeom>
          <a:solidFill>
            <a:srgbClr val="E89E00">
              <a:alpha val="8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7590" dirty="0">
              <a:solidFill>
                <a:schemeClr val="bg1"/>
              </a:solidFill>
              <a:latin typeface="黑体" panose="02010609060101010101" pitchFamily="49" charset="-122"/>
              <a:ea typeface="黑体" panose="02010609060101010101" pitchFamily="49" charset="-122"/>
              <a:sym typeface="Arial" panose="020B0604020202020204" pitchFamily="34" charset="0"/>
            </a:endParaRPr>
          </a:p>
        </p:txBody>
      </p:sp>
      <p:sp>
        <p:nvSpPr>
          <p:cNvPr id="4" name="MH_Others_2"/>
          <p:cNvSpPr/>
          <p:nvPr userDrawn="1">
            <p:custDataLst>
              <p:tags r:id="rId3"/>
            </p:custDataLst>
          </p:nvPr>
        </p:nvSpPr>
        <p:spPr>
          <a:xfrm>
            <a:off x="10011847" y="1"/>
            <a:ext cx="132066" cy="6861462"/>
          </a:xfrm>
          <a:prstGeom prst="rect">
            <a:avLst/>
          </a:prstGeom>
          <a:solidFill>
            <a:srgbClr val="157DA8">
              <a:alpha val="8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000">
              <a:latin typeface="Arial" panose="020B0604020202020204" pitchFamily="34" charset="0"/>
              <a:ea typeface="微软雅黑" panose="020B0503020204020204" pitchFamily="34" charset="-122"/>
              <a:sym typeface="Arial" panose="020B0604020202020204" pitchFamily="34" charset="0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10"/>
    </mc:Choice>
    <mc:Fallback>
      <p:transition/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章首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任意多边形 1"/>
          <p:cNvSpPr/>
          <p:nvPr userDrawn="1"/>
        </p:nvSpPr>
        <p:spPr>
          <a:xfrm>
            <a:off x="0" y="4438650"/>
            <a:ext cx="12188991" cy="2426627"/>
          </a:xfrm>
          <a:custGeom>
            <a:avLst/>
            <a:gdLst>
              <a:gd name="connsiteX0" fmla="*/ 0 w 6907593"/>
              <a:gd name="connsiteY0" fmla="*/ 0 h 1776503"/>
              <a:gd name="connsiteX1" fmla="*/ 6907593 w 6907593"/>
              <a:gd name="connsiteY1" fmla="*/ 1776503 h 1776503"/>
              <a:gd name="connsiteX2" fmla="*/ 0 w 6907593"/>
              <a:gd name="connsiteY2" fmla="*/ 1776503 h 1776503"/>
              <a:gd name="connsiteX0-1" fmla="*/ 0 w 6907593"/>
              <a:gd name="connsiteY0-2" fmla="*/ 0 h 1776503"/>
              <a:gd name="connsiteX1-3" fmla="*/ 6907593 w 6907593"/>
              <a:gd name="connsiteY1-4" fmla="*/ 1776503 h 1776503"/>
              <a:gd name="connsiteX2-5" fmla="*/ 0 w 6907593"/>
              <a:gd name="connsiteY2-6" fmla="*/ 1776503 h 1776503"/>
              <a:gd name="connsiteX3" fmla="*/ 0 w 6907593"/>
              <a:gd name="connsiteY3" fmla="*/ 0 h 1776503"/>
              <a:gd name="connsiteX0-7" fmla="*/ 0 w 6907593"/>
              <a:gd name="connsiteY0-8" fmla="*/ 0 h 1776503"/>
              <a:gd name="connsiteX1-9" fmla="*/ 6907593 w 6907593"/>
              <a:gd name="connsiteY1-10" fmla="*/ 1776503 h 1776503"/>
              <a:gd name="connsiteX2-11" fmla="*/ 0 w 6907593"/>
              <a:gd name="connsiteY2-12" fmla="*/ 1776503 h 1776503"/>
              <a:gd name="connsiteX3-13" fmla="*/ 0 w 6907593"/>
              <a:gd name="connsiteY3-14" fmla="*/ 0 h 1776503"/>
              <a:gd name="connsiteX0-15" fmla="*/ 0 w 6907593"/>
              <a:gd name="connsiteY0-16" fmla="*/ 0 h 1776503"/>
              <a:gd name="connsiteX1-17" fmla="*/ 6907593 w 6907593"/>
              <a:gd name="connsiteY1-18" fmla="*/ 1776503 h 1776503"/>
              <a:gd name="connsiteX2-19" fmla="*/ 0 w 6907593"/>
              <a:gd name="connsiteY2-20" fmla="*/ 1776503 h 1776503"/>
              <a:gd name="connsiteX3-21" fmla="*/ 0 w 6907593"/>
              <a:gd name="connsiteY3-22" fmla="*/ 0 h 1776503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13" y="connsiteY3-14"/>
              </a:cxn>
            </a:cxnLst>
            <a:rect l="l" t="t" r="r" b="b"/>
            <a:pathLst>
              <a:path w="6907593" h="1776503">
                <a:moveTo>
                  <a:pt x="0" y="0"/>
                </a:moveTo>
                <a:cubicBezTo>
                  <a:pt x="2091413" y="1639688"/>
                  <a:pt x="4374752" y="1587227"/>
                  <a:pt x="6907593" y="1776503"/>
                </a:cubicBezTo>
                <a:lnTo>
                  <a:pt x="0" y="1776503"/>
                </a:lnTo>
                <a:lnTo>
                  <a:pt x="0" y="0"/>
                </a:lnTo>
                <a:close/>
              </a:path>
            </a:pathLst>
          </a:custGeom>
          <a:solidFill>
            <a:srgbClr val="157DA8">
              <a:alpha val="8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705"/>
          </a:p>
        </p:txBody>
      </p:sp>
      <p:sp>
        <p:nvSpPr>
          <p:cNvPr id="3" name="任意多边形 2"/>
          <p:cNvSpPr/>
          <p:nvPr userDrawn="1"/>
        </p:nvSpPr>
        <p:spPr>
          <a:xfrm flipH="1">
            <a:off x="6229348" y="5057775"/>
            <a:ext cx="5969693" cy="1807736"/>
          </a:xfrm>
          <a:custGeom>
            <a:avLst/>
            <a:gdLst>
              <a:gd name="connsiteX0" fmla="*/ 0 w 6907593"/>
              <a:gd name="connsiteY0" fmla="*/ 0 h 1776503"/>
              <a:gd name="connsiteX1" fmla="*/ 6907593 w 6907593"/>
              <a:gd name="connsiteY1" fmla="*/ 1776503 h 1776503"/>
              <a:gd name="connsiteX2" fmla="*/ 0 w 6907593"/>
              <a:gd name="connsiteY2" fmla="*/ 1776503 h 1776503"/>
              <a:gd name="connsiteX0-1" fmla="*/ 0 w 6907593"/>
              <a:gd name="connsiteY0-2" fmla="*/ 0 h 1776503"/>
              <a:gd name="connsiteX1-3" fmla="*/ 6907593 w 6907593"/>
              <a:gd name="connsiteY1-4" fmla="*/ 1776503 h 1776503"/>
              <a:gd name="connsiteX2-5" fmla="*/ 0 w 6907593"/>
              <a:gd name="connsiteY2-6" fmla="*/ 1776503 h 1776503"/>
              <a:gd name="connsiteX3" fmla="*/ 0 w 6907593"/>
              <a:gd name="connsiteY3" fmla="*/ 0 h 1776503"/>
              <a:gd name="connsiteX0-7" fmla="*/ 0 w 6907593"/>
              <a:gd name="connsiteY0-8" fmla="*/ 0 h 1776503"/>
              <a:gd name="connsiteX1-9" fmla="*/ 6907593 w 6907593"/>
              <a:gd name="connsiteY1-10" fmla="*/ 1776503 h 1776503"/>
              <a:gd name="connsiteX2-11" fmla="*/ 0 w 6907593"/>
              <a:gd name="connsiteY2-12" fmla="*/ 1776503 h 1776503"/>
              <a:gd name="connsiteX3-13" fmla="*/ 0 w 6907593"/>
              <a:gd name="connsiteY3-14" fmla="*/ 0 h 1776503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13" y="connsiteY3-14"/>
              </a:cxn>
            </a:cxnLst>
            <a:rect l="l" t="t" r="r" b="b"/>
            <a:pathLst>
              <a:path w="6907593" h="1776503">
                <a:moveTo>
                  <a:pt x="0" y="0"/>
                </a:moveTo>
                <a:cubicBezTo>
                  <a:pt x="1979235" y="1345282"/>
                  <a:pt x="4428718" y="1766287"/>
                  <a:pt x="6907593" y="1776503"/>
                </a:cubicBezTo>
                <a:lnTo>
                  <a:pt x="0" y="1776503"/>
                </a:lnTo>
                <a:lnTo>
                  <a:pt x="0" y="0"/>
                </a:lnTo>
                <a:close/>
              </a:path>
            </a:pathLst>
          </a:custGeom>
          <a:solidFill>
            <a:srgbClr val="E89E00">
              <a:alpha val="8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705"/>
          </a:p>
        </p:txBody>
      </p:sp>
      <p:cxnSp>
        <p:nvCxnSpPr>
          <p:cNvPr id="6" name="直接连接符 5"/>
          <p:cNvCxnSpPr/>
          <p:nvPr userDrawn="1"/>
        </p:nvCxnSpPr>
        <p:spPr>
          <a:xfrm flipV="1">
            <a:off x="5013503" y="2190063"/>
            <a:ext cx="0" cy="1997354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grpSp>
        <p:nvGrpSpPr>
          <p:cNvPr id="8" name="组合 7"/>
          <p:cNvGrpSpPr/>
          <p:nvPr userDrawn="1"/>
        </p:nvGrpSpPr>
        <p:grpSpPr>
          <a:xfrm>
            <a:off x="3042969" y="2258053"/>
            <a:ext cx="1476644" cy="1476644"/>
            <a:chOff x="304800" y="673100"/>
            <a:chExt cx="4000500" cy="4000500"/>
          </a:xfrm>
          <a:effectLst>
            <a:outerShdw blurRad="444500" dist="254000" dir="8100000" algn="tr" rotWithShape="0">
              <a:prstClr val="black">
                <a:alpha val="50000"/>
              </a:prstClr>
            </a:outerShdw>
          </a:effectLst>
        </p:grpSpPr>
        <p:sp>
          <p:nvSpPr>
            <p:cNvPr id="9" name="同心圆 8"/>
            <p:cNvSpPr/>
            <p:nvPr/>
          </p:nvSpPr>
          <p:spPr>
            <a:xfrm>
              <a:off x="304800" y="673100"/>
              <a:ext cx="4000500" cy="4000500"/>
            </a:xfrm>
            <a:prstGeom prst="donut">
              <a:avLst>
                <a:gd name="adj" fmla="val 4879"/>
              </a:avLst>
            </a:prstGeom>
            <a:gradFill>
              <a:gsLst>
                <a:gs pos="0">
                  <a:schemeClr val="bg1"/>
                </a:gs>
                <a:gs pos="55000">
                  <a:schemeClr val="bg1">
                    <a:lumMod val="95000"/>
                  </a:schemeClr>
                </a:gs>
                <a:gs pos="100000">
                  <a:schemeClr val="bg1">
                    <a:lumMod val="65000"/>
                  </a:schemeClr>
                </a:gs>
              </a:gsLst>
              <a:lin ang="81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solidFill>
                  <a:srgbClr val="080808"/>
                </a:solidFill>
                <a:latin typeface="+mj-ea"/>
                <a:ea typeface="+mj-ea"/>
              </a:endParaRPr>
            </a:p>
          </p:txBody>
        </p:sp>
        <p:sp>
          <p:nvSpPr>
            <p:cNvPr id="10" name="椭圆 9"/>
            <p:cNvSpPr/>
            <p:nvPr userDrawn="1"/>
          </p:nvSpPr>
          <p:spPr>
            <a:xfrm>
              <a:off x="392112" y="760412"/>
              <a:ext cx="3825874" cy="3825874"/>
            </a:xfrm>
            <a:prstGeom prst="ellipse">
              <a:avLst/>
            </a:prstGeom>
            <a:gradFill>
              <a:gsLst>
                <a:gs pos="0">
                  <a:schemeClr val="bg1"/>
                </a:gs>
                <a:gs pos="51000">
                  <a:schemeClr val="bg1">
                    <a:lumMod val="95000"/>
                  </a:schemeClr>
                </a:gs>
                <a:gs pos="100000">
                  <a:schemeClr val="bg1">
                    <a:lumMod val="75000"/>
                  </a:schemeClr>
                </a:gs>
              </a:gsLst>
              <a:lin ang="189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solidFill>
                  <a:srgbClr val="080808"/>
                </a:solidFill>
                <a:latin typeface="+mj-ea"/>
                <a:ea typeface="+mj-ea"/>
              </a:endParaRPr>
            </a:p>
          </p:txBody>
        </p:sp>
      </p:grpSp>
      <p:pic>
        <p:nvPicPr>
          <p:cNvPr id="12" name="Picture 8"/>
          <p:cNvPicPr>
            <a:picLocks noChangeAspect="1" noChangeArrowheads="1"/>
          </p:cNvPicPr>
          <p:nvPr userDrawn="1"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9903455" y="349038"/>
            <a:ext cx="1569142" cy="39956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11" name="任意多边形 10"/>
          <p:cNvSpPr/>
          <p:nvPr userDrawn="1"/>
        </p:nvSpPr>
        <p:spPr>
          <a:xfrm rot="10800000" flipH="1">
            <a:off x="1" y="-4"/>
            <a:ext cx="2657474" cy="1752604"/>
          </a:xfrm>
          <a:custGeom>
            <a:avLst/>
            <a:gdLst>
              <a:gd name="connsiteX0" fmla="*/ 0 w 6907593"/>
              <a:gd name="connsiteY0" fmla="*/ 0 h 1776503"/>
              <a:gd name="connsiteX1" fmla="*/ 6907593 w 6907593"/>
              <a:gd name="connsiteY1" fmla="*/ 1776503 h 1776503"/>
              <a:gd name="connsiteX2" fmla="*/ 0 w 6907593"/>
              <a:gd name="connsiteY2" fmla="*/ 1776503 h 1776503"/>
              <a:gd name="connsiteX0-1" fmla="*/ 0 w 6907593"/>
              <a:gd name="connsiteY0-2" fmla="*/ 0 h 1776503"/>
              <a:gd name="connsiteX1-3" fmla="*/ 6907593 w 6907593"/>
              <a:gd name="connsiteY1-4" fmla="*/ 1776503 h 1776503"/>
              <a:gd name="connsiteX2-5" fmla="*/ 0 w 6907593"/>
              <a:gd name="connsiteY2-6" fmla="*/ 1776503 h 1776503"/>
              <a:gd name="connsiteX3" fmla="*/ 0 w 6907593"/>
              <a:gd name="connsiteY3" fmla="*/ 0 h 1776503"/>
              <a:gd name="connsiteX0-7" fmla="*/ 0 w 6907593"/>
              <a:gd name="connsiteY0-8" fmla="*/ 0 h 1776503"/>
              <a:gd name="connsiteX1-9" fmla="*/ 6907593 w 6907593"/>
              <a:gd name="connsiteY1-10" fmla="*/ 1776503 h 1776503"/>
              <a:gd name="connsiteX2-11" fmla="*/ 0 w 6907593"/>
              <a:gd name="connsiteY2-12" fmla="*/ 1776503 h 1776503"/>
              <a:gd name="connsiteX3-13" fmla="*/ 0 w 6907593"/>
              <a:gd name="connsiteY3-14" fmla="*/ 0 h 1776503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13" y="connsiteY3-14"/>
              </a:cxn>
            </a:cxnLst>
            <a:rect l="l" t="t" r="r" b="b"/>
            <a:pathLst>
              <a:path w="6907593" h="1776503">
                <a:moveTo>
                  <a:pt x="0" y="0"/>
                </a:moveTo>
                <a:cubicBezTo>
                  <a:pt x="1979235" y="1345282"/>
                  <a:pt x="4428718" y="1766287"/>
                  <a:pt x="6907593" y="1776503"/>
                </a:cubicBezTo>
                <a:lnTo>
                  <a:pt x="0" y="1776503"/>
                </a:lnTo>
                <a:lnTo>
                  <a:pt x="0" y="0"/>
                </a:lnTo>
                <a:close/>
              </a:path>
            </a:pathLst>
          </a:custGeom>
          <a:solidFill>
            <a:schemeClr val="bg1">
              <a:lumMod val="50000"/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705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10"/>
    </mc:Choice>
    <mc:Fallback>
      <p:transition/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新年快乐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图片 4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232151"/>
            <a:ext cx="2395959" cy="1564128"/>
          </a:xfrm>
          <a:prstGeom prst="rect">
            <a:avLst/>
          </a:prstGeom>
        </p:spPr>
      </p:pic>
      <p:pic>
        <p:nvPicPr>
          <p:cNvPr id="13" name="Picture 8"/>
          <p:cNvPicPr>
            <a:picLocks noChangeAspect="1" noChangeArrowheads="1"/>
          </p:cNvPicPr>
          <p:nvPr userDrawn="1"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9903455" y="349038"/>
            <a:ext cx="1569142" cy="39956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14" name="任意多边形 13"/>
          <p:cNvSpPr/>
          <p:nvPr userDrawn="1"/>
        </p:nvSpPr>
        <p:spPr>
          <a:xfrm>
            <a:off x="0" y="4438650"/>
            <a:ext cx="12188991" cy="2426627"/>
          </a:xfrm>
          <a:custGeom>
            <a:avLst/>
            <a:gdLst>
              <a:gd name="connsiteX0" fmla="*/ 0 w 6907593"/>
              <a:gd name="connsiteY0" fmla="*/ 0 h 1776503"/>
              <a:gd name="connsiteX1" fmla="*/ 6907593 w 6907593"/>
              <a:gd name="connsiteY1" fmla="*/ 1776503 h 1776503"/>
              <a:gd name="connsiteX2" fmla="*/ 0 w 6907593"/>
              <a:gd name="connsiteY2" fmla="*/ 1776503 h 1776503"/>
              <a:gd name="connsiteX0-1" fmla="*/ 0 w 6907593"/>
              <a:gd name="connsiteY0-2" fmla="*/ 0 h 1776503"/>
              <a:gd name="connsiteX1-3" fmla="*/ 6907593 w 6907593"/>
              <a:gd name="connsiteY1-4" fmla="*/ 1776503 h 1776503"/>
              <a:gd name="connsiteX2-5" fmla="*/ 0 w 6907593"/>
              <a:gd name="connsiteY2-6" fmla="*/ 1776503 h 1776503"/>
              <a:gd name="connsiteX3" fmla="*/ 0 w 6907593"/>
              <a:gd name="connsiteY3" fmla="*/ 0 h 1776503"/>
              <a:gd name="connsiteX0-7" fmla="*/ 0 w 6907593"/>
              <a:gd name="connsiteY0-8" fmla="*/ 0 h 1776503"/>
              <a:gd name="connsiteX1-9" fmla="*/ 6907593 w 6907593"/>
              <a:gd name="connsiteY1-10" fmla="*/ 1776503 h 1776503"/>
              <a:gd name="connsiteX2-11" fmla="*/ 0 w 6907593"/>
              <a:gd name="connsiteY2-12" fmla="*/ 1776503 h 1776503"/>
              <a:gd name="connsiteX3-13" fmla="*/ 0 w 6907593"/>
              <a:gd name="connsiteY3-14" fmla="*/ 0 h 1776503"/>
              <a:gd name="connsiteX0-15" fmla="*/ 0 w 6907593"/>
              <a:gd name="connsiteY0-16" fmla="*/ 0 h 1776503"/>
              <a:gd name="connsiteX1-17" fmla="*/ 6907593 w 6907593"/>
              <a:gd name="connsiteY1-18" fmla="*/ 1776503 h 1776503"/>
              <a:gd name="connsiteX2-19" fmla="*/ 0 w 6907593"/>
              <a:gd name="connsiteY2-20" fmla="*/ 1776503 h 1776503"/>
              <a:gd name="connsiteX3-21" fmla="*/ 0 w 6907593"/>
              <a:gd name="connsiteY3-22" fmla="*/ 0 h 1776503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13" y="connsiteY3-14"/>
              </a:cxn>
            </a:cxnLst>
            <a:rect l="l" t="t" r="r" b="b"/>
            <a:pathLst>
              <a:path w="6907593" h="1776503">
                <a:moveTo>
                  <a:pt x="0" y="0"/>
                </a:moveTo>
                <a:cubicBezTo>
                  <a:pt x="2091413" y="1639688"/>
                  <a:pt x="4374752" y="1587227"/>
                  <a:pt x="6907593" y="1776503"/>
                </a:cubicBezTo>
                <a:lnTo>
                  <a:pt x="0" y="1776503"/>
                </a:lnTo>
                <a:lnTo>
                  <a:pt x="0" y="0"/>
                </a:lnTo>
                <a:close/>
              </a:path>
            </a:pathLst>
          </a:custGeom>
          <a:solidFill>
            <a:srgbClr val="D61621">
              <a:alpha val="8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705"/>
          </a:p>
        </p:txBody>
      </p:sp>
      <p:sp>
        <p:nvSpPr>
          <p:cNvPr id="15" name="任意多边形 14"/>
          <p:cNvSpPr/>
          <p:nvPr userDrawn="1"/>
        </p:nvSpPr>
        <p:spPr>
          <a:xfrm flipH="1">
            <a:off x="6229348" y="5057775"/>
            <a:ext cx="5969693" cy="1807736"/>
          </a:xfrm>
          <a:custGeom>
            <a:avLst/>
            <a:gdLst>
              <a:gd name="connsiteX0" fmla="*/ 0 w 6907593"/>
              <a:gd name="connsiteY0" fmla="*/ 0 h 1776503"/>
              <a:gd name="connsiteX1" fmla="*/ 6907593 w 6907593"/>
              <a:gd name="connsiteY1" fmla="*/ 1776503 h 1776503"/>
              <a:gd name="connsiteX2" fmla="*/ 0 w 6907593"/>
              <a:gd name="connsiteY2" fmla="*/ 1776503 h 1776503"/>
              <a:gd name="connsiteX0-1" fmla="*/ 0 w 6907593"/>
              <a:gd name="connsiteY0-2" fmla="*/ 0 h 1776503"/>
              <a:gd name="connsiteX1-3" fmla="*/ 6907593 w 6907593"/>
              <a:gd name="connsiteY1-4" fmla="*/ 1776503 h 1776503"/>
              <a:gd name="connsiteX2-5" fmla="*/ 0 w 6907593"/>
              <a:gd name="connsiteY2-6" fmla="*/ 1776503 h 1776503"/>
              <a:gd name="connsiteX3" fmla="*/ 0 w 6907593"/>
              <a:gd name="connsiteY3" fmla="*/ 0 h 1776503"/>
              <a:gd name="connsiteX0-7" fmla="*/ 0 w 6907593"/>
              <a:gd name="connsiteY0-8" fmla="*/ 0 h 1776503"/>
              <a:gd name="connsiteX1-9" fmla="*/ 6907593 w 6907593"/>
              <a:gd name="connsiteY1-10" fmla="*/ 1776503 h 1776503"/>
              <a:gd name="connsiteX2-11" fmla="*/ 0 w 6907593"/>
              <a:gd name="connsiteY2-12" fmla="*/ 1776503 h 1776503"/>
              <a:gd name="connsiteX3-13" fmla="*/ 0 w 6907593"/>
              <a:gd name="connsiteY3-14" fmla="*/ 0 h 1776503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13" y="connsiteY3-14"/>
              </a:cxn>
            </a:cxnLst>
            <a:rect l="l" t="t" r="r" b="b"/>
            <a:pathLst>
              <a:path w="6907593" h="1776503">
                <a:moveTo>
                  <a:pt x="0" y="0"/>
                </a:moveTo>
                <a:cubicBezTo>
                  <a:pt x="1979235" y="1345282"/>
                  <a:pt x="4428718" y="1766287"/>
                  <a:pt x="6907593" y="1776503"/>
                </a:cubicBezTo>
                <a:lnTo>
                  <a:pt x="0" y="1776503"/>
                </a:lnTo>
                <a:lnTo>
                  <a:pt x="0" y="0"/>
                </a:lnTo>
                <a:close/>
              </a:path>
            </a:pathLst>
          </a:custGeom>
          <a:solidFill>
            <a:srgbClr val="E2C718">
              <a:alpha val="8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705"/>
          </a:p>
        </p:txBody>
      </p:sp>
      <p:pic>
        <p:nvPicPr>
          <p:cNvPr id="21" name="图片 20"/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10251064" y="748598"/>
            <a:ext cx="1221533" cy="4509726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10"/>
    </mc:Choice>
    <mc:Fallback>
      <p:transition/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正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直接连接符 6"/>
          <p:cNvCxnSpPr/>
          <p:nvPr userDrawn="1"/>
        </p:nvCxnSpPr>
        <p:spPr>
          <a:xfrm>
            <a:off x="1007435" y="833864"/>
            <a:ext cx="10465162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" name="组合 7"/>
          <p:cNvGrpSpPr/>
          <p:nvPr userDrawn="1"/>
        </p:nvGrpSpPr>
        <p:grpSpPr>
          <a:xfrm>
            <a:off x="335360" y="277337"/>
            <a:ext cx="576064" cy="559375"/>
            <a:chOff x="298460" y="987574"/>
            <a:chExt cx="288032" cy="279687"/>
          </a:xfrm>
        </p:grpSpPr>
        <p:sp>
          <p:nvSpPr>
            <p:cNvPr id="9" name="矩形 8"/>
            <p:cNvSpPr/>
            <p:nvPr/>
          </p:nvSpPr>
          <p:spPr>
            <a:xfrm>
              <a:off x="298460" y="987574"/>
              <a:ext cx="216024" cy="216024"/>
            </a:xfrm>
            <a:prstGeom prst="rect">
              <a:avLst/>
            </a:prstGeom>
            <a:noFill/>
            <a:ln w="38100"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0"/>
            </a:p>
          </p:txBody>
        </p:sp>
        <p:sp>
          <p:nvSpPr>
            <p:cNvPr id="10" name="矩形 9"/>
            <p:cNvSpPr/>
            <p:nvPr/>
          </p:nvSpPr>
          <p:spPr>
            <a:xfrm>
              <a:off x="406472" y="1087241"/>
              <a:ext cx="180020" cy="180020"/>
            </a:xfrm>
            <a:prstGeom prst="rect">
              <a:avLst/>
            </a:prstGeom>
            <a:solidFill>
              <a:srgbClr val="E89E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0"/>
            </a:p>
          </p:txBody>
        </p:sp>
      </p:grpSp>
      <p:pic>
        <p:nvPicPr>
          <p:cNvPr id="11" name="Picture 8"/>
          <p:cNvPicPr>
            <a:picLocks noChangeAspect="1" noChangeArrowheads="1"/>
          </p:cNvPicPr>
          <p:nvPr userDrawn="1"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9903455" y="349038"/>
            <a:ext cx="1569142" cy="39956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3" name="直角三角形 2"/>
          <p:cNvSpPr/>
          <p:nvPr userDrawn="1"/>
        </p:nvSpPr>
        <p:spPr>
          <a:xfrm rot="10800000">
            <a:off x="84662" y="-2"/>
            <a:ext cx="12107337" cy="349040"/>
          </a:xfrm>
          <a:prstGeom prst="rtTriangle">
            <a:avLst/>
          </a:prstGeom>
          <a:gradFill flip="none" rotWithShape="1">
            <a:gsLst>
              <a:gs pos="0">
                <a:srgbClr val="5CC1EA">
                  <a:shade val="30000"/>
                  <a:satMod val="115000"/>
                  <a:alpha val="31000"/>
                </a:srgbClr>
              </a:gs>
              <a:gs pos="50000">
                <a:srgbClr val="5CC1EA">
                  <a:shade val="67500"/>
                  <a:satMod val="115000"/>
                </a:srgbClr>
              </a:gs>
              <a:gs pos="100000">
                <a:srgbClr val="5CC1EA">
                  <a:shade val="100000"/>
                  <a:satMod val="115000"/>
                </a:srgb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4" name="直角三角形 13"/>
          <p:cNvSpPr/>
          <p:nvPr userDrawn="1"/>
        </p:nvSpPr>
        <p:spPr>
          <a:xfrm>
            <a:off x="0" y="6417733"/>
            <a:ext cx="12107336" cy="440267"/>
          </a:xfrm>
          <a:prstGeom prst="rtTriangle">
            <a:avLst/>
          </a:prstGeom>
          <a:gradFill flip="none" rotWithShape="1">
            <a:gsLst>
              <a:gs pos="0">
                <a:schemeClr val="accent4">
                  <a:lumMod val="0"/>
                  <a:lumOff val="100000"/>
                </a:schemeClr>
              </a:gs>
              <a:gs pos="0">
                <a:schemeClr val="accent4">
                  <a:lumMod val="0"/>
                  <a:lumOff val="100000"/>
                </a:schemeClr>
              </a:gs>
              <a:gs pos="39000">
                <a:schemeClr val="accent4">
                  <a:lumMod val="100000"/>
                </a:schemeClr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封面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任意多边形 23"/>
          <p:cNvSpPr/>
          <p:nvPr userDrawn="1"/>
        </p:nvSpPr>
        <p:spPr>
          <a:xfrm rot="10800000" flipH="1">
            <a:off x="-3" y="-2"/>
            <a:ext cx="4563538" cy="2514602"/>
          </a:xfrm>
          <a:custGeom>
            <a:avLst/>
            <a:gdLst>
              <a:gd name="connsiteX0" fmla="*/ 0 w 6907593"/>
              <a:gd name="connsiteY0" fmla="*/ 0 h 1776503"/>
              <a:gd name="connsiteX1" fmla="*/ 6907593 w 6907593"/>
              <a:gd name="connsiteY1" fmla="*/ 1776503 h 1776503"/>
              <a:gd name="connsiteX2" fmla="*/ 0 w 6907593"/>
              <a:gd name="connsiteY2" fmla="*/ 1776503 h 177650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6907593" h="1776503">
                <a:moveTo>
                  <a:pt x="0" y="0"/>
                </a:moveTo>
                <a:lnTo>
                  <a:pt x="6907593" y="1776503"/>
                </a:lnTo>
                <a:lnTo>
                  <a:pt x="0" y="1776503"/>
                </a:lnTo>
                <a:close/>
              </a:path>
            </a:pathLst>
          </a:custGeom>
          <a:solidFill>
            <a:srgbClr val="E89E00">
              <a:alpha val="8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705">
              <a:solidFill>
                <a:prstClr val="white"/>
              </a:solidFill>
            </a:endParaRPr>
          </a:p>
        </p:txBody>
      </p:sp>
      <p:sp>
        <p:nvSpPr>
          <p:cNvPr id="8" name="任意多边形 7"/>
          <p:cNvSpPr/>
          <p:nvPr userDrawn="1"/>
        </p:nvSpPr>
        <p:spPr>
          <a:xfrm rot="5400000">
            <a:off x="3805768" y="-3805763"/>
            <a:ext cx="1168396" cy="8779937"/>
          </a:xfrm>
          <a:custGeom>
            <a:avLst/>
            <a:gdLst>
              <a:gd name="connsiteX0" fmla="*/ 0 w 6907593"/>
              <a:gd name="connsiteY0" fmla="*/ 0 h 1776503"/>
              <a:gd name="connsiteX1" fmla="*/ 6907593 w 6907593"/>
              <a:gd name="connsiteY1" fmla="*/ 1776503 h 1776503"/>
              <a:gd name="connsiteX2" fmla="*/ 0 w 6907593"/>
              <a:gd name="connsiteY2" fmla="*/ 1776503 h 177650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6907593" h="1776503">
                <a:moveTo>
                  <a:pt x="0" y="0"/>
                </a:moveTo>
                <a:lnTo>
                  <a:pt x="6907593" y="1776503"/>
                </a:lnTo>
                <a:lnTo>
                  <a:pt x="0" y="1776503"/>
                </a:lnTo>
                <a:close/>
              </a:path>
            </a:pathLst>
          </a:custGeom>
          <a:solidFill>
            <a:srgbClr val="157DA8">
              <a:alpha val="8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705">
              <a:solidFill>
                <a:prstClr val="white"/>
              </a:solidFill>
            </a:endParaRPr>
          </a:p>
        </p:txBody>
      </p:sp>
      <p:sp>
        <p:nvSpPr>
          <p:cNvPr id="10" name="任意多边形 9"/>
          <p:cNvSpPr/>
          <p:nvPr userDrawn="1"/>
        </p:nvSpPr>
        <p:spPr>
          <a:xfrm rot="5400000">
            <a:off x="1697568" y="-1697564"/>
            <a:ext cx="1168399" cy="4563535"/>
          </a:xfrm>
          <a:custGeom>
            <a:avLst/>
            <a:gdLst>
              <a:gd name="connsiteX0" fmla="*/ 0 w 6907593"/>
              <a:gd name="connsiteY0" fmla="*/ 0 h 1776503"/>
              <a:gd name="connsiteX1" fmla="*/ 6907593 w 6907593"/>
              <a:gd name="connsiteY1" fmla="*/ 1776503 h 1776503"/>
              <a:gd name="connsiteX2" fmla="*/ 0 w 6907593"/>
              <a:gd name="connsiteY2" fmla="*/ 1776503 h 177650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6907593" h="1776503">
                <a:moveTo>
                  <a:pt x="0" y="0"/>
                </a:moveTo>
                <a:lnTo>
                  <a:pt x="6907593" y="1776503"/>
                </a:lnTo>
                <a:lnTo>
                  <a:pt x="0" y="1776503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705">
              <a:solidFill>
                <a:prstClr val="white"/>
              </a:solidFill>
            </a:endParaRPr>
          </a:p>
        </p:txBody>
      </p:sp>
      <p:sp>
        <p:nvSpPr>
          <p:cNvPr id="11" name="任意多边形 10"/>
          <p:cNvSpPr/>
          <p:nvPr userDrawn="1"/>
        </p:nvSpPr>
        <p:spPr>
          <a:xfrm rot="5400000">
            <a:off x="1127283" y="-1127283"/>
            <a:ext cx="827303" cy="3081870"/>
          </a:xfrm>
          <a:custGeom>
            <a:avLst/>
            <a:gdLst>
              <a:gd name="connsiteX0" fmla="*/ 0 w 6907593"/>
              <a:gd name="connsiteY0" fmla="*/ 0 h 1776503"/>
              <a:gd name="connsiteX1" fmla="*/ 6907593 w 6907593"/>
              <a:gd name="connsiteY1" fmla="*/ 1776503 h 1776503"/>
              <a:gd name="connsiteX2" fmla="*/ 0 w 6907593"/>
              <a:gd name="connsiteY2" fmla="*/ 1776503 h 177650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6907593" h="1776503">
                <a:moveTo>
                  <a:pt x="0" y="0"/>
                </a:moveTo>
                <a:lnTo>
                  <a:pt x="6907593" y="1776503"/>
                </a:lnTo>
                <a:lnTo>
                  <a:pt x="0" y="1776503"/>
                </a:lnTo>
                <a:close/>
              </a:path>
            </a:pathLst>
          </a:custGeom>
          <a:solidFill>
            <a:schemeClr val="bg1">
              <a:lumMod val="50000"/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705">
              <a:solidFill>
                <a:prstClr val="white"/>
              </a:solidFill>
            </a:endParaRPr>
          </a:p>
        </p:txBody>
      </p:sp>
      <p:grpSp>
        <p:nvGrpSpPr>
          <p:cNvPr id="3" name="组合 2"/>
          <p:cNvGrpSpPr/>
          <p:nvPr userDrawn="1"/>
        </p:nvGrpSpPr>
        <p:grpSpPr>
          <a:xfrm>
            <a:off x="9239095" y="76203"/>
            <a:ext cx="3666413" cy="1775426"/>
            <a:chOff x="9196760" y="0"/>
            <a:chExt cx="3666413" cy="1775426"/>
          </a:xfrm>
        </p:grpSpPr>
        <p:pic>
          <p:nvPicPr>
            <p:cNvPr id="13" name="图片 12"/>
            <p:cNvPicPr>
              <a:picLocks noChangeAspect="1"/>
            </p:cNvPicPr>
            <p:nvPr userDrawn="1"/>
          </p:nvPicPr>
          <p:blipFill>
            <a:blip r:embed="rId2"/>
            <a:stretch>
              <a:fillRect/>
            </a:stretch>
          </p:blipFill>
          <p:spPr>
            <a:xfrm>
              <a:off x="9862065" y="307923"/>
              <a:ext cx="3001108" cy="1467503"/>
            </a:xfrm>
            <a:prstGeom prst="rect">
              <a:avLst/>
            </a:prstGeom>
          </p:spPr>
        </p:pic>
        <p:sp>
          <p:nvSpPr>
            <p:cNvPr id="14" name="文本框 13"/>
            <p:cNvSpPr txBox="1"/>
            <p:nvPr/>
          </p:nvSpPr>
          <p:spPr>
            <a:xfrm>
              <a:off x="9196760" y="0"/>
              <a:ext cx="2995240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dirty="0" smtClean="0">
                  <a:solidFill>
                    <a:prstClr val="black"/>
                  </a:solidFill>
                  <a:latin typeface="华文新魏" panose="02010800040101010101" pitchFamily="2" charset="-122"/>
                  <a:ea typeface="华文新魏" panose="02010800040101010101" pitchFamily="2" charset="-122"/>
                </a:rPr>
                <a:t>上海交通大学工程训练中心</a:t>
              </a:r>
              <a:endParaRPr lang="en-US" altLang="zh-CN" dirty="0" smtClean="0">
                <a:solidFill>
                  <a:prstClr val="black"/>
                </a:solidFill>
                <a:latin typeface="华文新魏" panose="02010800040101010101" pitchFamily="2" charset="-122"/>
                <a:ea typeface="华文新魏" panose="02010800040101010101" pitchFamily="2" charset="-122"/>
              </a:endParaRPr>
            </a:p>
            <a:p>
              <a:pPr algn="ctr"/>
              <a:r>
                <a:rPr lang="zh-CN" altLang="en-US" dirty="0" smtClean="0">
                  <a:solidFill>
                    <a:prstClr val="black"/>
                  </a:solidFill>
                  <a:latin typeface="华文新魏" panose="02010800040101010101" pitchFamily="2" charset="-122"/>
                  <a:ea typeface="华文新魏" panose="02010800040101010101" pitchFamily="2" charset="-122"/>
                </a:rPr>
                <a:t>上海仪酷智能科技有限公司</a:t>
              </a:r>
              <a:endParaRPr lang="en-US" altLang="zh-CN" dirty="0" smtClean="0">
                <a:solidFill>
                  <a:prstClr val="black"/>
                </a:solidFill>
                <a:latin typeface="华文新魏" panose="02010800040101010101" pitchFamily="2" charset="-122"/>
                <a:ea typeface="华文新魏" panose="02010800040101010101" pitchFamily="2" charset="-122"/>
              </a:endParaRPr>
            </a:p>
          </p:txBody>
        </p:sp>
        <p:pic>
          <p:nvPicPr>
            <p:cNvPr id="2" name="图片 1"/>
            <p:cNvPicPr>
              <a:picLocks noChangeAspect="1"/>
            </p:cNvPicPr>
            <p:nvPr userDrawn="1"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770533" y="660321"/>
              <a:ext cx="762708" cy="762708"/>
            </a:xfrm>
            <a:prstGeom prst="rect">
              <a:avLst/>
            </a:prstGeom>
          </p:spPr>
        </p:pic>
      </p:grpSp>
      <p:grpSp>
        <p:nvGrpSpPr>
          <p:cNvPr id="62" name="组合 61"/>
          <p:cNvGrpSpPr/>
          <p:nvPr userDrawn="1"/>
        </p:nvGrpSpPr>
        <p:grpSpPr>
          <a:xfrm rot="10800000">
            <a:off x="8779935" y="4741014"/>
            <a:ext cx="3412065" cy="2116984"/>
            <a:chOff x="2810930" y="2822526"/>
            <a:chExt cx="8779937" cy="2526726"/>
          </a:xfrm>
        </p:grpSpPr>
        <p:sp>
          <p:nvSpPr>
            <p:cNvPr id="58" name="任意多边形 57"/>
            <p:cNvSpPr/>
            <p:nvPr userDrawn="1"/>
          </p:nvSpPr>
          <p:spPr>
            <a:xfrm rot="10800000" flipH="1">
              <a:off x="2810930" y="2834650"/>
              <a:ext cx="4563537" cy="2514602"/>
            </a:xfrm>
            <a:custGeom>
              <a:avLst/>
              <a:gdLst>
                <a:gd name="connsiteX0" fmla="*/ 0 w 6907593"/>
                <a:gd name="connsiteY0" fmla="*/ 0 h 1776503"/>
                <a:gd name="connsiteX1" fmla="*/ 6907593 w 6907593"/>
                <a:gd name="connsiteY1" fmla="*/ 1776503 h 1776503"/>
                <a:gd name="connsiteX2" fmla="*/ 0 w 6907593"/>
                <a:gd name="connsiteY2" fmla="*/ 1776503 h 17765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6907593" h="1776503">
                  <a:moveTo>
                    <a:pt x="0" y="0"/>
                  </a:moveTo>
                  <a:lnTo>
                    <a:pt x="6907593" y="1776503"/>
                  </a:lnTo>
                  <a:lnTo>
                    <a:pt x="0" y="1776503"/>
                  </a:lnTo>
                  <a:close/>
                </a:path>
              </a:pathLst>
            </a:custGeom>
            <a:solidFill>
              <a:srgbClr val="E89E00">
                <a:alpha val="8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705">
                <a:solidFill>
                  <a:prstClr val="white"/>
                </a:solidFill>
              </a:endParaRPr>
            </a:p>
          </p:txBody>
        </p:sp>
        <p:sp>
          <p:nvSpPr>
            <p:cNvPr id="59" name="任意多边形 58"/>
            <p:cNvSpPr/>
            <p:nvPr userDrawn="1"/>
          </p:nvSpPr>
          <p:spPr>
            <a:xfrm rot="5400000">
              <a:off x="6616701" y="-983237"/>
              <a:ext cx="1168396" cy="8779937"/>
            </a:xfrm>
            <a:custGeom>
              <a:avLst/>
              <a:gdLst>
                <a:gd name="connsiteX0" fmla="*/ 0 w 6907593"/>
                <a:gd name="connsiteY0" fmla="*/ 0 h 1776503"/>
                <a:gd name="connsiteX1" fmla="*/ 6907593 w 6907593"/>
                <a:gd name="connsiteY1" fmla="*/ 1776503 h 1776503"/>
                <a:gd name="connsiteX2" fmla="*/ 0 w 6907593"/>
                <a:gd name="connsiteY2" fmla="*/ 1776503 h 17765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6907593" h="1776503">
                  <a:moveTo>
                    <a:pt x="0" y="0"/>
                  </a:moveTo>
                  <a:lnTo>
                    <a:pt x="6907593" y="1776503"/>
                  </a:lnTo>
                  <a:lnTo>
                    <a:pt x="0" y="1776503"/>
                  </a:lnTo>
                  <a:close/>
                </a:path>
              </a:pathLst>
            </a:custGeom>
            <a:solidFill>
              <a:srgbClr val="157DA8">
                <a:alpha val="8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705">
                <a:solidFill>
                  <a:prstClr val="white"/>
                </a:solidFill>
              </a:endParaRPr>
            </a:p>
          </p:txBody>
        </p:sp>
        <p:sp>
          <p:nvSpPr>
            <p:cNvPr id="60" name="任意多边形 59"/>
            <p:cNvSpPr/>
            <p:nvPr userDrawn="1"/>
          </p:nvSpPr>
          <p:spPr>
            <a:xfrm rot="5400000">
              <a:off x="4508501" y="1124962"/>
              <a:ext cx="1168399" cy="4563535"/>
            </a:xfrm>
            <a:custGeom>
              <a:avLst/>
              <a:gdLst>
                <a:gd name="connsiteX0" fmla="*/ 0 w 6907593"/>
                <a:gd name="connsiteY0" fmla="*/ 0 h 1776503"/>
                <a:gd name="connsiteX1" fmla="*/ 6907593 w 6907593"/>
                <a:gd name="connsiteY1" fmla="*/ 1776503 h 1776503"/>
                <a:gd name="connsiteX2" fmla="*/ 0 w 6907593"/>
                <a:gd name="connsiteY2" fmla="*/ 1776503 h 17765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6907593" h="1776503">
                  <a:moveTo>
                    <a:pt x="0" y="0"/>
                  </a:moveTo>
                  <a:lnTo>
                    <a:pt x="6907593" y="1776503"/>
                  </a:lnTo>
                  <a:lnTo>
                    <a:pt x="0" y="1776503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705">
                <a:solidFill>
                  <a:prstClr val="white"/>
                </a:solidFill>
              </a:endParaRPr>
            </a:p>
          </p:txBody>
        </p:sp>
        <p:sp>
          <p:nvSpPr>
            <p:cNvPr id="61" name="任意多边形 60"/>
            <p:cNvSpPr/>
            <p:nvPr userDrawn="1"/>
          </p:nvSpPr>
          <p:spPr>
            <a:xfrm rot="5400000">
              <a:off x="3938216" y="1695243"/>
              <a:ext cx="827303" cy="3081870"/>
            </a:xfrm>
            <a:custGeom>
              <a:avLst/>
              <a:gdLst>
                <a:gd name="connsiteX0" fmla="*/ 0 w 6907593"/>
                <a:gd name="connsiteY0" fmla="*/ 0 h 1776503"/>
                <a:gd name="connsiteX1" fmla="*/ 6907593 w 6907593"/>
                <a:gd name="connsiteY1" fmla="*/ 1776503 h 1776503"/>
                <a:gd name="connsiteX2" fmla="*/ 0 w 6907593"/>
                <a:gd name="connsiteY2" fmla="*/ 1776503 h 17765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6907593" h="1776503">
                  <a:moveTo>
                    <a:pt x="0" y="0"/>
                  </a:moveTo>
                  <a:lnTo>
                    <a:pt x="6907593" y="1776503"/>
                  </a:lnTo>
                  <a:lnTo>
                    <a:pt x="0" y="1776503"/>
                  </a:lnTo>
                  <a:close/>
                </a:path>
              </a:pathLst>
            </a:custGeom>
            <a:solidFill>
              <a:schemeClr val="bg1">
                <a:lumMod val="50000"/>
                <a:alpha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705">
                <a:solidFill>
                  <a:prstClr val="white"/>
                </a:solidFill>
              </a:endParaRPr>
            </a:p>
          </p:txBody>
        </p:sp>
      </p:grpSp>
    </p:spTree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目录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H_Others_1"/>
          <p:cNvSpPr/>
          <p:nvPr userDrawn="1">
            <p:custDataLst>
              <p:tags r:id="rId2"/>
            </p:custDataLst>
          </p:nvPr>
        </p:nvSpPr>
        <p:spPr>
          <a:xfrm>
            <a:off x="10312400" y="449"/>
            <a:ext cx="1879600" cy="6857551"/>
          </a:xfrm>
          <a:prstGeom prst="rect">
            <a:avLst/>
          </a:prstGeom>
          <a:solidFill>
            <a:srgbClr val="E89E00">
              <a:alpha val="8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7590" dirty="0">
              <a:solidFill>
                <a:prstClr val="white"/>
              </a:solidFill>
              <a:latin typeface="黑体" panose="02010609060101010101" pitchFamily="49" charset="-122"/>
              <a:ea typeface="黑体" panose="02010609060101010101" pitchFamily="49" charset="-122"/>
              <a:sym typeface="Arial" panose="020B0604020202020204" pitchFamily="34" charset="0"/>
            </a:endParaRPr>
          </a:p>
        </p:txBody>
      </p:sp>
      <p:sp>
        <p:nvSpPr>
          <p:cNvPr id="4" name="MH_Others_2"/>
          <p:cNvSpPr/>
          <p:nvPr userDrawn="1">
            <p:custDataLst>
              <p:tags r:id="rId3"/>
            </p:custDataLst>
          </p:nvPr>
        </p:nvSpPr>
        <p:spPr>
          <a:xfrm>
            <a:off x="10011847" y="1"/>
            <a:ext cx="132066" cy="6861462"/>
          </a:xfrm>
          <a:prstGeom prst="rect">
            <a:avLst/>
          </a:prstGeom>
          <a:solidFill>
            <a:srgbClr val="157DA8">
              <a:alpha val="8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000">
              <a:solidFill>
                <a:prstClr val="white"/>
              </a:solidFill>
              <a:latin typeface="Arial" panose="020B0604020202020204" pitchFamily="34" charset="0"/>
              <a:ea typeface="微软雅黑" panose="020B0503020204020204" pitchFamily="34" charset="-122"/>
              <a:sym typeface="Arial" panose="020B0604020202020204" pitchFamily="34" charset="0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10"/>
    </mc:Choice>
    <mc:Fallback>
      <p:transition/>
    </mc:Fallback>
  </mc:AlternateContent>
  <p:timing>
    <p:tnLst>
      <p:par>
        <p:cTn id="1" dur="indefinite" restart="never" nodeType="tmRoot"/>
      </p:par>
    </p:tnLst>
  </p:timing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章首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任意多边形 1"/>
          <p:cNvSpPr/>
          <p:nvPr userDrawn="1"/>
        </p:nvSpPr>
        <p:spPr>
          <a:xfrm>
            <a:off x="0" y="4438650"/>
            <a:ext cx="12188991" cy="2426627"/>
          </a:xfrm>
          <a:custGeom>
            <a:avLst/>
            <a:gdLst>
              <a:gd name="connsiteX0" fmla="*/ 0 w 6907593"/>
              <a:gd name="connsiteY0" fmla="*/ 0 h 1776503"/>
              <a:gd name="connsiteX1" fmla="*/ 6907593 w 6907593"/>
              <a:gd name="connsiteY1" fmla="*/ 1776503 h 1776503"/>
              <a:gd name="connsiteX2" fmla="*/ 0 w 6907593"/>
              <a:gd name="connsiteY2" fmla="*/ 1776503 h 1776503"/>
              <a:gd name="connsiteX0-1" fmla="*/ 0 w 6907593"/>
              <a:gd name="connsiteY0-2" fmla="*/ 0 h 1776503"/>
              <a:gd name="connsiteX1-3" fmla="*/ 6907593 w 6907593"/>
              <a:gd name="connsiteY1-4" fmla="*/ 1776503 h 1776503"/>
              <a:gd name="connsiteX2-5" fmla="*/ 0 w 6907593"/>
              <a:gd name="connsiteY2-6" fmla="*/ 1776503 h 1776503"/>
              <a:gd name="connsiteX3" fmla="*/ 0 w 6907593"/>
              <a:gd name="connsiteY3" fmla="*/ 0 h 1776503"/>
              <a:gd name="connsiteX0-7" fmla="*/ 0 w 6907593"/>
              <a:gd name="connsiteY0-8" fmla="*/ 0 h 1776503"/>
              <a:gd name="connsiteX1-9" fmla="*/ 6907593 w 6907593"/>
              <a:gd name="connsiteY1-10" fmla="*/ 1776503 h 1776503"/>
              <a:gd name="connsiteX2-11" fmla="*/ 0 w 6907593"/>
              <a:gd name="connsiteY2-12" fmla="*/ 1776503 h 1776503"/>
              <a:gd name="connsiteX3-13" fmla="*/ 0 w 6907593"/>
              <a:gd name="connsiteY3-14" fmla="*/ 0 h 1776503"/>
              <a:gd name="connsiteX0-15" fmla="*/ 0 w 6907593"/>
              <a:gd name="connsiteY0-16" fmla="*/ 0 h 1776503"/>
              <a:gd name="connsiteX1-17" fmla="*/ 6907593 w 6907593"/>
              <a:gd name="connsiteY1-18" fmla="*/ 1776503 h 1776503"/>
              <a:gd name="connsiteX2-19" fmla="*/ 0 w 6907593"/>
              <a:gd name="connsiteY2-20" fmla="*/ 1776503 h 1776503"/>
              <a:gd name="connsiteX3-21" fmla="*/ 0 w 6907593"/>
              <a:gd name="connsiteY3-22" fmla="*/ 0 h 1776503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13" y="connsiteY3-14"/>
              </a:cxn>
            </a:cxnLst>
            <a:rect l="l" t="t" r="r" b="b"/>
            <a:pathLst>
              <a:path w="6907593" h="1776503">
                <a:moveTo>
                  <a:pt x="0" y="0"/>
                </a:moveTo>
                <a:cubicBezTo>
                  <a:pt x="2091413" y="1639688"/>
                  <a:pt x="4374752" y="1587227"/>
                  <a:pt x="6907593" y="1776503"/>
                </a:cubicBezTo>
                <a:lnTo>
                  <a:pt x="0" y="1776503"/>
                </a:lnTo>
                <a:lnTo>
                  <a:pt x="0" y="0"/>
                </a:lnTo>
                <a:close/>
              </a:path>
            </a:pathLst>
          </a:custGeom>
          <a:solidFill>
            <a:srgbClr val="157DA8">
              <a:alpha val="8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705">
              <a:solidFill>
                <a:prstClr val="white"/>
              </a:solidFill>
            </a:endParaRPr>
          </a:p>
        </p:txBody>
      </p:sp>
      <p:sp>
        <p:nvSpPr>
          <p:cNvPr id="3" name="任意多边形 2"/>
          <p:cNvSpPr/>
          <p:nvPr userDrawn="1"/>
        </p:nvSpPr>
        <p:spPr>
          <a:xfrm flipH="1">
            <a:off x="6229348" y="5057775"/>
            <a:ext cx="5969693" cy="1807736"/>
          </a:xfrm>
          <a:custGeom>
            <a:avLst/>
            <a:gdLst>
              <a:gd name="connsiteX0" fmla="*/ 0 w 6907593"/>
              <a:gd name="connsiteY0" fmla="*/ 0 h 1776503"/>
              <a:gd name="connsiteX1" fmla="*/ 6907593 w 6907593"/>
              <a:gd name="connsiteY1" fmla="*/ 1776503 h 1776503"/>
              <a:gd name="connsiteX2" fmla="*/ 0 w 6907593"/>
              <a:gd name="connsiteY2" fmla="*/ 1776503 h 1776503"/>
              <a:gd name="connsiteX0-1" fmla="*/ 0 w 6907593"/>
              <a:gd name="connsiteY0-2" fmla="*/ 0 h 1776503"/>
              <a:gd name="connsiteX1-3" fmla="*/ 6907593 w 6907593"/>
              <a:gd name="connsiteY1-4" fmla="*/ 1776503 h 1776503"/>
              <a:gd name="connsiteX2-5" fmla="*/ 0 w 6907593"/>
              <a:gd name="connsiteY2-6" fmla="*/ 1776503 h 1776503"/>
              <a:gd name="connsiteX3" fmla="*/ 0 w 6907593"/>
              <a:gd name="connsiteY3" fmla="*/ 0 h 1776503"/>
              <a:gd name="connsiteX0-7" fmla="*/ 0 w 6907593"/>
              <a:gd name="connsiteY0-8" fmla="*/ 0 h 1776503"/>
              <a:gd name="connsiteX1-9" fmla="*/ 6907593 w 6907593"/>
              <a:gd name="connsiteY1-10" fmla="*/ 1776503 h 1776503"/>
              <a:gd name="connsiteX2-11" fmla="*/ 0 w 6907593"/>
              <a:gd name="connsiteY2-12" fmla="*/ 1776503 h 1776503"/>
              <a:gd name="connsiteX3-13" fmla="*/ 0 w 6907593"/>
              <a:gd name="connsiteY3-14" fmla="*/ 0 h 1776503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13" y="connsiteY3-14"/>
              </a:cxn>
            </a:cxnLst>
            <a:rect l="l" t="t" r="r" b="b"/>
            <a:pathLst>
              <a:path w="6907593" h="1776503">
                <a:moveTo>
                  <a:pt x="0" y="0"/>
                </a:moveTo>
                <a:cubicBezTo>
                  <a:pt x="1979235" y="1345282"/>
                  <a:pt x="4428718" y="1766287"/>
                  <a:pt x="6907593" y="1776503"/>
                </a:cubicBezTo>
                <a:lnTo>
                  <a:pt x="0" y="1776503"/>
                </a:lnTo>
                <a:lnTo>
                  <a:pt x="0" y="0"/>
                </a:lnTo>
                <a:close/>
              </a:path>
            </a:pathLst>
          </a:custGeom>
          <a:solidFill>
            <a:srgbClr val="E89E00">
              <a:alpha val="8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705">
              <a:solidFill>
                <a:prstClr val="white"/>
              </a:solidFill>
            </a:endParaRPr>
          </a:p>
        </p:txBody>
      </p:sp>
      <p:cxnSp>
        <p:nvCxnSpPr>
          <p:cNvPr id="6" name="直接连接符 5"/>
          <p:cNvCxnSpPr/>
          <p:nvPr userDrawn="1"/>
        </p:nvCxnSpPr>
        <p:spPr>
          <a:xfrm flipV="1">
            <a:off x="5013503" y="2190063"/>
            <a:ext cx="0" cy="1997354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grpSp>
        <p:nvGrpSpPr>
          <p:cNvPr id="8" name="组合 7"/>
          <p:cNvGrpSpPr/>
          <p:nvPr userDrawn="1"/>
        </p:nvGrpSpPr>
        <p:grpSpPr>
          <a:xfrm>
            <a:off x="3042969" y="2258053"/>
            <a:ext cx="1476644" cy="1476644"/>
            <a:chOff x="304800" y="673100"/>
            <a:chExt cx="4000500" cy="4000500"/>
          </a:xfrm>
          <a:effectLst>
            <a:outerShdw blurRad="444500" dist="254000" dir="8100000" algn="tr" rotWithShape="0">
              <a:prstClr val="black">
                <a:alpha val="50000"/>
              </a:prstClr>
            </a:outerShdw>
          </a:effectLst>
        </p:grpSpPr>
        <p:sp>
          <p:nvSpPr>
            <p:cNvPr id="9" name="同心圆 8"/>
            <p:cNvSpPr/>
            <p:nvPr/>
          </p:nvSpPr>
          <p:spPr>
            <a:xfrm>
              <a:off x="304800" y="673100"/>
              <a:ext cx="4000500" cy="4000500"/>
            </a:xfrm>
            <a:prstGeom prst="donut">
              <a:avLst>
                <a:gd name="adj" fmla="val 4879"/>
              </a:avLst>
            </a:prstGeom>
            <a:gradFill>
              <a:gsLst>
                <a:gs pos="0">
                  <a:schemeClr val="bg1"/>
                </a:gs>
                <a:gs pos="55000">
                  <a:schemeClr val="bg1">
                    <a:lumMod val="95000"/>
                  </a:schemeClr>
                </a:gs>
                <a:gs pos="100000">
                  <a:schemeClr val="bg1">
                    <a:lumMod val="65000"/>
                  </a:schemeClr>
                </a:gs>
              </a:gsLst>
              <a:lin ang="81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solidFill>
                  <a:srgbClr val="080808"/>
                </a:solidFill>
                <a:latin typeface="宋体" panose="02010600030101010101" pitchFamily="2" charset="-122"/>
              </a:endParaRPr>
            </a:p>
          </p:txBody>
        </p:sp>
        <p:sp>
          <p:nvSpPr>
            <p:cNvPr id="10" name="椭圆 9"/>
            <p:cNvSpPr/>
            <p:nvPr userDrawn="1"/>
          </p:nvSpPr>
          <p:spPr>
            <a:xfrm>
              <a:off x="392112" y="760412"/>
              <a:ext cx="3825874" cy="3825874"/>
            </a:xfrm>
            <a:prstGeom prst="ellipse">
              <a:avLst/>
            </a:prstGeom>
            <a:gradFill>
              <a:gsLst>
                <a:gs pos="0">
                  <a:schemeClr val="bg1"/>
                </a:gs>
                <a:gs pos="51000">
                  <a:schemeClr val="bg1">
                    <a:lumMod val="95000"/>
                  </a:schemeClr>
                </a:gs>
                <a:gs pos="100000">
                  <a:schemeClr val="bg1">
                    <a:lumMod val="75000"/>
                  </a:schemeClr>
                </a:gs>
              </a:gsLst>
              <a:lin ang="189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solidFill>
                  <a:srgbClr val="080808"/>
                </a:solidFill>
                <a:latin typeface="宋体" panose="02010600030101010101" pitchFamily="2" charset="-122"/>
              </a:endParaRPr>
            </a:p>
          </p:txBody>
        </p:sp>
      </p:grpSp>
      <p:sp>
        <p:nvSpPr>
          <p:cNvPr id="11" name="任意多边形 10"/>
          <p:cNvSpPr/>
          <p:nvPr userDrawn="1"/>
        </p:nvSpPr>
        <p:spPr>
          <a:xfrm rot="10800000" flipH="1">
            <a:off x="1" y="-4"/>
            <a:ext cx="2657474" cy="1752604"/>
          </a:xfrm>
          <a:custGeom>
            <a:avLst/>
            <a:gdLst>
              <a:gd name="connsiteX0" fmla="*/ 0 w 6907593"/>
              <a:gd name="connsiteY0" fmla="*/ 0 h 1776503"/>
              <a:gd name="connsiteX1" fmla="*/ 6907593 w 6907593"/>
              <a:gd name="connsiteY1" fmla="*/ 1776503 h 1776503"/>
              <a:gd name="connsiteX2" fmla="*/ 0 w 6907593"/>
              <a:gd name="connsiteY2" fmla="*/ 1776503 h 1776503"/>
              <a:gd name="connsiteX0-1" fmla="*/ 0 w 6907593"/>
              <a:gd name="connsiteY0-2" fmla="*/ 0 h 1776503"/>
              <a:gd name="connsiteX1-3" fmla="*/ 6907593 w 6907593"/>
              <a:gd name="connsiteY1-4" fmla="*/ 1776503 h 1776503"/>
              <a:gd name="connsiteX2-5" fmla="*/ 0 w 6907593"/>
              <a:gd name="connsiteY2-6" fmla="*/ 1776503 h 1776503"/>
              <a:gd name="connsiteX3" fmla="*/ 0 w 6907593"/>
              <a:gd name="connsiteY3" fmla="*/ 0 h 1776503"/>
              <a:gd name="connsiteX0-7" fmla="*/ 0 w 6907593"/>
              <a:gd name="connsiteY0-8" fmla="*/ 0 h 1776503"/>
              <a:gd name="connsiteX1-9" fmla="*/ 6907593 w 6907593"/>
              <a:gd name="connsiteY1-10" fmla="*/ 1776503 h 1776503"/>
              <a:gd name="connsiteX2-11" fmla="*/ 0 w 6907593"/>
              <a:gd name="connsiteY2-12" fmla="*/ 1776503 h 1776503"/>
              <a:gd name="connsiteX3-13" fmla="*/ 0 w 6907593"/>
              <a:gd name="connsiteY3-14" fmla="*/ 0 h 1776503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13" y="connsiteY3-14"/>
              </a:cxn>
            </a:cxnLst>
            <a:rect l="l" t="t" r="r" b="b"/>
            <a:pathLst>
              <a:path w="6907593" h="1776503">
                <a:moveTo>
                  <a:pt x="0" y="0"/>
                </a:moveTo>
                <a:cubicBezTo>
                  <a:pt x="1979235" y="1345282"/>
                  <a:pt x="4428718" y="1766287"/>
                  <a:pt x="6907593" y="1776503"/>
                </a:cubicBezTo>
                <a:lnTo>
                  <a:pt x="0" y="1776503"/>
                </a:lnTo>
                <a:lnTo>
                  <a:pt x="0" y="0"/>
                </a:lnTo>
                <a:close/>
              </a:path>
            </a:pathLst>
          </a:custGeom>
          <a:solidFill>
            <a:schemeClr val="bg1">
              <a:lumMod val="50000"/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705">
              <a:solidFill>
                <a:prstClr val="white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10"/>
    </mc:Choice>
    <mc:Fallback>
      <p:transition/>
    </mc:Fallback>
  </mc:AlternateContent>
  <p:timing>
    <p:tnLst>
      <p:par>
        <p:cTn id="1" dur="indefinite" restart="never" nodeType="tmRoot"/>
      </p:par>
    </p:tnLst>
  </p:timing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综合正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直接连接符 2"/>
          <p:cNvCxnSpPr/>
          <p:nvPr userDrawn="1"/>
        </p:nvCxnSpPr>
        <p:spPr>
          <a:xfrm>
            <a:off x="1007435" y="833864"/>
            <a:ext cx="10465162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" name="组合 3"/>
          <p:cNvGrpSpPr/>
          <p:nvPr userDrawn="1"/>
        </p:nvGrpSpPr>
        <p:grpSpPr>
          <a:xfrm>
            <a:off x="335360" y="277337"/>
            <a:ext cx="576064" cy="559375"/>
            <a:chOff x="298460" y="987574"/>
            <a:chExt cx="288032" cy="279687"/>
          </a:xfrm>
        </p:grpSpPr>
        <p:sp>
          <p:nvSpPr>
            <p:cNvPr id="5" name="矩形 4"/>
            <p:cNvSpPr/>
            <p:nvPr/>
          </p:nvSpPr>
          <p:spPr>
            <a:xfrm>
              <a:off x="298460" y="987574"/>
              <a:ext cx="216024" cy="216024"/>
            </a:xfrm>
            <a:prstGeom prst="rect">
              <a:avLst/>
            </a:prstGeom>
            <a:noFill/>
            <a:ln w="38100"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0">
                <a:solidFill>
                  <a:prstClr val="white"/>
                </a:solidFill>
              </a:endParaRPr>
            </a:p>
          </p:txBody>
        </p:sp>
        <p:sp>
          <p:nvSpPr>
            <p:cNvPr id="6" name="矩形 5"/>
            <p:cNvSpPr/>
            <p:nvPr/>
          </p:nvSpPr>
          <p:spPr>
            <a:xfrm>
              <a:off x="406472" y="1087241"/>
              <a:ext cx="180020" cy="180020"/>
            </a:xfrm>
            <a:prstGeom prst="rect">
              <a:avLst/>
            </a:prstGeom>
            <a:solidFill>
              <a:srgbClr val="E89E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0">
                <a:solidFill>
                  <a:prstClr val="white"/>
                </a:solidFill>
              </a:endParaRPr>
            </a:p>
          </p:txBody>
        </p:sp>
      </p:grpSp>
      <p:pic>
        <p:nvPicPr>
          <p:cNvPr id="7" name="Picture 8"/>
          <p:cNvPicPr>
            <a:picLocks noChangeAspect="1" noChangeArrowheads="1"/>
          </p:cNvPicPr>
          <p:nvPr userDrawn="1"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9903455" y="349038"/>
            <a:ext cx="1569142" cy="39956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8" name="直角三角形 7"/>
          <p:cNvSpPr/>
          <p:nvPr userDrawn="1"/>
        </p:nvSpPr>
        <p:spPr>
          <a:xfrm rot="10800000">
            <a:off x="84662" y="-2"/>
            <a:ext cx="12107337" cy="349040"/>
          </a:xfrm>
          <a:prstGeom prst="rtTriangle">
            <a:avLst/>
          </a:prstGeom>
          <a:gradFill flip="none" rotWithShape="1">
            <a:gsLst>
              <a:gs pos="0">
                <a:srgbClr val="5CC1EA">
                  <a:shade val="30000"/>
                  <a:satMod val="115000"/>
                  <a:alpha val="31000"/>
                </a:srgbClr>
              </a:gs>
              <a:gs pos="50000">
                <a:srgbClr val="5CC1EA">
                  <a:shade val="67500"/>
                  <a:satMod val="115000"/>
                </a:srgbClr>
              </a:gs>
              <a:gs pos="100000">
                <a:srgbClr val="5CC1EA">
                  <a:shade val="100000"/>
                  <a:satMod val="115000"/>
                </a:srgb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prstClr val="white"/>
              </a:solidFill>
            </a:endParaRPr>
          </a:p>
        </p:txBody>
      </p:sp>
      <p:sp>
        <p:nvSpPr>
          <p:cNvPr id="9" name="直角三角形 8"/>
          <p:cNvSpPr/>
          <p:nvPr userDrawn="1"/>
        </p:nvSpPr>
        <p:spPr>
          <a:xfrm>
            <a:off x="0" y="6417733"/>
            <a:ext cx="12107336" cy="440267"/>
          </a:xfrm>
          <a:prstGeom prst="rtTriangle">
            <a:avLst/>
          </a:prstGeom>
          <a:gradFill flip="none" rotWithShape="1">
            <a:gsLst>
              <a:gs pos="0">
                <a:schemeClr val="accent4">
                  <a:lumMod val="0"/>
                  <a:lumOff val="100000"/>
                </a:schemeClr>
              </a:gs>
              <a:gs pos="0">
                <a:schemeClr val="accent4">
                  <a:lumMod val="0"/>
                  <a:lumOff val="100000"/>
                </a:schemeClr>
              </a:gs>
              <a:gs pos="39000">
                <a:schemeClr val="accent4">
                  <a:lumMod val="100000"/>
                </a:schemeClr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prstClr val="white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讲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直接连接符 6"/>
          <p:cNvCxnSpPr/>
          <p:nvPr userDrawn="1"/>
        </p:nvCxnSpPr>
        <p:spPr>
          <a:xfrm>
            <a:off x="1007435" y="833864"/>
            <a:ext cx="10465162" cy="0"/>
          </a:xfrm>
          <a:prstGeom prst="line">
            <a:avLst/>
          </a:prstGeom>
          <a:ln w="12700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" name="组合 7"/>
          <p:cNvGrpSpPr/>
          <p:nvPr userDrawn="1"/>
        </p:nvGrpSpPr>
        <p:grpSpPr>
          <a:xfrm>
            <a:off x="335360" y="277337"/>
            <a:ext cx="576064" cy="559375"/>
            <a:chOff x="298460" y="987574"/>
            <a:chExt cx="288032" cy="279687"/>
          </a:xfrm>
        </p:grpSpPr>
        <p:sp>
          <p:nvSpPr>
            <p:cNvPr id="9" name="矩形 8"/>
            <p:cNvSpPr/>
            <p:nvPr/>
          </p:nvSpPr>
          <p:spPr>
            <a:xfrm>
              <a:off x="298460" y="987574"/>
              <a:ext cx="216024" cy="216024"/>
            </a:xfrm>
            <a:prstGeom prst="rect">
              <a:avLst/>
            </a:prstGeom>
            <a:noFill/>
            <a:ln w="38100"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0">
                <a:solidFill>
                  <a:prstClr val="white"/>
                </a:solidFill>
              </a:endParaRPr>
            </a:p>
          </p:txBody>
        </p:sp>
        <p:sp>
          <p:nvSpPr>
            <p:cNvPr id="10" name="矩形 9"/>
            <p:cNvSpPr/>
            <p:nvPr/>
          </p:nvSpPr>
          <p:spPr>
            <a:xfrm>
              <a:off x="406472" y="1087241"/>
              <a:ext cx="180020" cy="180020"/>
            </a:xfrm>
            <a:prstGeom prst="rect">
              <a:avLst/>
            </a:prstGeom>
            <a:solidFill>
              <a:srgbClr val="4472C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0">
                <a:solidFill>
                  <a:prstClr val="white"/>
                </a:solidFill>
              </a:endParaRPr>
            </a:p>
          </p:txBody>
        </p:sp>
      </p:grpSp>
      <p:sp>
        <p:nvSpPr>
          <p:cNvPr id="3" name="直角三角形 2"/>
          <p:cNvSpPr/>
          <p:nvPr userDrawn="1"/>
        </p:nvSpPr>
        <p:spPr>
          <a:xfrm rot="10800000">
            <a:off x="84662" y="-2"/>
            <a:ext cx="12107337" cy="349040"/>
          </a:xfrm>
          <a:prstGeom prst="rtTriangle">
            <a:avLst/>
          </a:prstGeom>
          <a:gradFill flip="none" rotWithShape="1">
            <a:gsLst>
              <a:gs pos="0">
                <a:srgbClr val="5CC1EA">
                  <a:shade val="30000"/>
                  <a:satMod val="115000"/>
                  <a:alpha val="31000"/>
                </a:srgbClr>
              </a:gs>
              <a:gs pos="50000">
                <a:srgbClr val="5CC1EA">
                  <a:shade val="67500"/>
                  <a:satMod val="115000"/>
                </a:srgbClr>
              </a:gs>
              <a:gs pos="100000">
                <a:srgbClr val="5CC1EA">
                  <a:shade val="100000"/>
                  <a:satMod val="115000"/>
                </a:srgb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prstClr val="white"/>
              </a:solidFill>
            </a:endParaRPr>
          </a:p>
        </p:txBody>
      </p:sp>
      <p:sp>
        <p:nvSpPr>
          <p:cNvPr id="13" name="文本框 12"/>
          <p:cNvSpPr txBox="1"/>
          <p:nvPr userDrawn="1"/>
        </p:nvSpPr>
        <p:spPr>
          <a:xfrm>
            <a:off x="903498" y="-28448"/>
            <a:ext cx="1578249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9600" dirty="0" smtClean="0">
                <a:solidFill>
                  <a:srgbClr val="4472C4"/>
                </a:solidFill>
                <a:latin typeface="华文行楷" panose="02010800040101010101" pitchFamily="2" charset="-122"/>
                <a:ea typeface="华文行楷" panose="02010800040101010101" pitchFamily="2" charset="-122"/>
              </a:rPr>
              <a:t>讲</a:t>
            </a:r>
            <a:endParaRPr lang="zh-CN" altLang="en-US" sz="9600" dirty="0">
              <a:solidFill>
                <a:srgbClr val="4472C4"/>
              </a:solidFill>
              <a:latin typeface="华文行楷" panose="02010800040101010101" pitchFamily="2" charset="-122"/>
              <a:ea typeface="华文行楷" panose="02010800040101010101" pitchFamily="2" charset="-122"/>
            </a:endParaRPr>
          </a:p>
        </p:txBody>
      </p:sp>
      <p:sp>
        <p:nvSpPr>
          <p:cNvPr id="15" name="直角三角形 14"/>
          <p:cNvSpPr/>
          <p:nvPr userDrawn="1"/>
        </p:nvSpPr>
        <p:spPr>
          <a:xfrm>
            <a:off x="0" y="6508960"/>
            <a:ext cx="12107337" cy="349040"/>
          </a:xfrm>
          <a:prstGeom prst="rtTriangle">
            <a:avLst/>
          </a:prstGeom>
          <a:gradFill flip="none" rotWithShape="1">
            <a:gsLst>
              <a:gs pos="0">
                <a:srgbClr val="5CC1EA">
                  <a:shade val="30000"/>
                  <a:satMod val="115000"/>
                  <a:alpha val="31000"/>
                </a:srgbClr>
              </a:gs>
              <a:gs pos="50000">
                <a:srgbClr val="5CC1EA">
                  <a:shade val="67500"/>
                  <a:satMod val="115000"/>
                </a:srgbClr>
              </a:gs>
              <a:gs pos="100000">
                <a:srgbClr val="5CC1EA">
                  <a:shade val="100000"/>
                  <a:satMod val="115000"/>
                </a:srgb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prstClr val="white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  <p:timing>
    <p:tnLst>
      <p:par>
        <p:cTn id="1" dur="indefinite" restart="never" nodeType="tmRoot"/>
      </p:par>
    </p:tnLst>
  </p:timing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例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直接连接符 6"/>
          <p:cNvCxnSpPr/>
          <p:nvPr userDrawn="1"/>
        </p:nvCxnSpPr>
        <p:spPr>
          <a:xfrm>
            <a:off x="1007435" y="833864"/>
            <a:ext cx="10465162" cy="0"/>
          </a:xfrm>
          <a:prstGeom prst="line">
            <a:avLst/>
          </a:prstGeom>
          <a:ln w="12700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" name="组合 7"/>
          <p:cNvGrpSpPr/>
          <p:nvPr userDrawn="1"/>
        </p:nvGrpSpPr>
        <p:grpSpPr>
          <a:xfrm>
            <a:off x="335360" y="277337"/>
            <a:ext cx="576064" cy="559375"/>
            <a:chOff x="298460" y="987574"/>
            <a:chExt cx="288032" cy="279687"/>
          </a:xfrm>
        </p:grpSpPr>
        <p:sp>
          <p:nvSpPr>
            <p:cNvPr id="9" name="矩形 8"/>
            <p:cNvSpPr/>
            <p:nvPr/>
          </p:nvSpPr>
          <p:spPr>
            <a:xfrm>
              <a:off x="298460" y="987574"/>
              <a:ext cx="216024" cy="216024"/>
            </a:xfrm>
            <a:prstGeom prst="rect">
              <a:avLst/>
            </a:prstGeom>
            <a:noFill/>
            <a:ln w="38100">
              <a:solidFill>
                <a:srgbClr val="E89E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0">
                <a:solidFill>
                  <a:prstClr val="white"/>
                </a:solidFill>
              </a:endParaRPr>
            </a:p>
          </p:txBody>
        </p:sp>
        <p:sp>
          <p:nvSpPr>
            <p:cNvPr id="10" name="矩形 9"/>
            <p:cNvSpPr/>
            <p:nvPr/>
          </p:nvSpPr>
          <p:spPr>
            <a:xfrm>
              <a:off x="406472" y="1087241"/>
              <a:ext cx="180020" cy="180020"/>
            </a:xfrm>
            <a:prstGeom prst="rect">
              <a:avLst/>
            </a:prstGeom>
            <a:solidFill>
              <a:srgbClr val="E89E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0">
                <a:solidFill>
                  <a:prstClr val="white"/>
                </a:solidFill>
              </a:endParaRPr>
            </a:p>
          </p:txBody>
        </p:sp>
      </p:grpSp>
      <p:sp>
        <p:nvSpPr>
          <p:cNvPr id="14" name="直角三角形 13"/>
          <p:cNvSpPr/>
          <p:nvPr userDrawn="1"/>
        </p:nvSpPr>
        <p:spPr>
          <a:xfrm>
            <a:off x="0" y="6477000"/>
            <a:ext cx="12107336" cy="381000"/>
          </a:xfrm>
          <a:prstGeom prst="rtTriangle">
            <a:avLst/>
          </a:prstGeom>
          <a:gradFill flip="none" rotWithShape="1">
            <a:gsLst>
              <a:gs pos="0">
                <a:schemeClr val="accent4">
                  <a:lumMod val="0"/>
                  <a:lumOff val="100000"/>
                </a:schemeClr>
              </a:gs>
              <a:gs pos="0">
                <a:schemeClr val="accent4">
                  <a:lumMod val="0"/>
                  <a:lumOff val="100000"/>
                </a:schemeClr>
              </a:gs>
              <a:gs pos="39000">
                <a:schemeClr val="accent4">
                  <a:lumMod val="100000"/>
                </a:schemeClr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prstClr val="white"/>
              </a:solidFill>
            </a:endParaRPr>
          </a:p>
        </p:txBody>
      </p:sp>
      <p:sp>
        <p:nvSpPr>
          <p:cNvPr id="13" name="文本框 12"/>
          <p:cNvSpPr txBox="1"/>
          <p:nvPr userDrawn="1"/>
        </p:nvSpPr>
        <p:spPr>
          <a:xfrm>
            <a:off x="903498" y="-28448"/>
            <a:ext cx="1578249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9600" dirty="0" smtClean="0">
                <a:solidFill>
                  <a:srgbClr val="E89E00"/>
                </a:solidFill>
                <a:latin typeface="华文行楷" panose="02010800040101010101" pitchFamily="2" charset="-122"/>
                <a:ea typeface="华文行楷" panose="02010800040101010101" pitchFamily="2" charset="-122"/>
              </a:rPr>
              <a:t>例</a:t>
            </a:r>
            <a:endParaRPr lang="zh-CN" altLang="en-US" sz="9600" dirty="0">
              <a:solidFill>
                <a:srgbClr val="E89E00"/>
              </a:solidFill>
              <a:latin typeface="华文行楷" panose="02010800040101010101" pitchFamily="2" charset="-122"/>
              <a:ea typeface="华文行楷" panose="02010800040101010101" pitchFamily="2" charset="-122"/>
            </a:endParaRPr>
          </a:p>
        </p:txBody>
      </p:sp>
      <p:sp>
        <p:nvSpPr>
          <p:cNvPr id="11" name="直角三角形 10"/>
          <p:cNvSpPr/>
          <p:nvPr userDrawn="1"/>
        </p:nvSpPr>
        <p:spPr>
          <a:xfrm rot="10800000">
            <a:off x="84664" y="3977"/>
            <a:ext cx="12107336" cy="345367"/>
          </a:xfrm>
          <a:prstGeom prst="rtTriangle">
            <a:avLst/>
          </a:prstGeom>
          <a:gradFill flip="none" rotWithShape="1">
            <a:gsLst>
              <a:gs pos="0">
                <a:schemeClr val="accent4">
                  <a:lumMod val="0"/>
                  <a:lumOff val="100000"/>
                </a:schemeClr>
              </a:gs>
              <a:gs pos="0">
                <a:schemeClr val="accent4">
                  <a:lumMod val="0"/>
                  <a:lumOff val="100000"/>
                </a:schemeClr>
              </a:gs>
              <a:gs pos="39000">
                <a:schemeClr val="accent4">
                  <a:lumMod val="100000"/>
                </a:schemeClr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prstClr val="white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  <p:timing>
    <p:tnLst>
      <p:par>
        <p:cTn id="1" dur="indefinite" restart="never" nodeType="tmRoot"/>
      </p:par>
    </p:tnLst>
  </p:timing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直接连接符 6"/>
          <p:cNvCxnSpPr/>
          <p:nvPr userDrawn="1"/>
        </p:nvCxnSpPr>
        <p:spPr>
          <a:xfrm>
            <a:off x="1007435" y="833864"/>
            <a:ext cx="10465162" cy="0"/>
          </a:xfrm>
          <a:prstGeom prst="line">
            <a:avLst/>
          </a:prstGeom>
          <a:ln w="12700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" name="组合 7"/>
          <p:cNvGrpSpPr/>
          <p:nvPr userDrawn="1"/>
        </p:nvGrpSpPr>
        <p:grpSpPr>
          <a:xfrm>
            <a:off x="335360" y="277337"/>
            <a:ext cx="576064" cy="559375"/>
            <a:chOff x="298460" y="987574"/>
            <a:chExt cx="288032" cy="279687"/>
          </a:xfrm>
        </p:grpSpPr>
        <p:sp>
          <p:nvSpPr>
            <p:cNvPr id="9" name="矩形 8"/>
            <p:cNvSpPr/>
            <p:nvPr/>
          </p:nvSpPr>
          <p:spPr>
            <a:xfrm>
              <a:off x="298460" y="987574"/>
              <a:ext cx="216024" cy="216024"/>
            </a:xfrm>
            <a:prstGeom prst="rect">
              <a:avLst/>
            </a:prstGeom>
            <a:noFill/>
            <a:ln w="38100"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0">
                <a:solidFill>
                  <a:prstClr val="white"/>
                </a:solidFill>
              </a:endParaRPr>
            </a:p>
          </p:txBody>
        </p:sp>
        <p:sp>
          <p:nvSpPr>
            <p:cNvPr id="10" name="矩形 9"/>
            <p:cNvSpPr/>
            <p:nvPr/>
          </p:nvSpPr>
          <p:spPr>
            <a:xfrm>
              <a:off x="406472" y="1087241"/>
              <a:ext cx="180020" cy="180020"/>
            </a:xfrm>
            <a:prstGeom prst="rect">
              <a:avLst/>
            </a:prstGeom>
            <a:solidFill>
              <a:schemeClr val="bg1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0">
                <a:solidFill>
                  <a:prstClr val="white"/>
                </a:solidFill>
              </a:endParaRPr>
            </a:p>
          </p:txBody>
        </p:sp>
      </p:grpSp>
      <p:sp>
        <p:nvSpPr>
          <p:cNvPr id="3" name="直角三角形 2"/>
          <p:cNvSpPr/>
          <p:nvPr userDrawn="1"/>
        </p:nvSpPr>
        <p:spPr>
          <a:xfrm rot="10800000">
            <a:off x="84662" y="-2"/>
            <a:ext cx="12107337" cy="349040"/>
          </a:xfrm>
          <a:prstGeom prst="rtTriangle">
            <a:avLst/>
          </a:prstGeom>
          <a:gradFill flip="none" rotWithShape="1">
            <a:gsLst>
              <a:gs pos="100000">
                <a:schemeClr val="bg1"/>
              </a:gs>
              <a:gs pos="29000">
                <a:schemeClr val="bg1">
                  <a:lumMod val="50000"/>
                </a:schemeClr>
              </a:gs>
              <a:gs pos="0">
                <a:schemeClr val="bg1">
                  <a:lumMod val="50000"/>
                </a:scheme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prstClr val="white"/>
              </a:solidFill>
            </a:endParaRPr>
          </a:p>
        </p:txBody>
      </p:sp>
      <p:sp>
        <p:nvSpPr>
          <p:cNvPr id="13" name="文本框 12"/>
          <p:cNvSpPr txBox="1"/>
          <p:nvPr userDrawn="1"/>
        </p:nvSpPr>
        <p:spPr>
          <a:xfrm>
            <a:off x="903498" y="-28448"/>
            <a:ext cx="1578249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9600" dirty="0" smtClean="0">
                <a:solidFill>
                  <a:prstClr val="white">
                    <a:lumMod val="50000"/>
                  </a:prstClr>
                </a:solidFill>
                <a:latin typeface="华文行楷" panose="02010800040101010101" pitchFamily="2" charset="-122"/>
                <a:ea typeface="华文行楷" panose="02010800040101010101" pitchFamily="2" charset="-122"/>
              </a:rPr>
              <a:t>练</a:t>
            </a:r>
            <a:endParaRPr lang="zh-CN" altLang="en-US" sz="9600" dirty="0">
              <a:solidFill>
                <a:prstClr val="white">
                  <a:lumMod val="50000"/>
                </a:prstClr>
              </a:solidFill>
              <a:latin typeface="华文行楷" panose="02010800040101010101" pitchFamily="2" charset="-122"/>
              <a:ea typeface="华文行楷" panose="02010800040101010101" pitchFamily="2" charset="-122"/>
            </a:endParaRPr>
          </a:p>
        </p:txBody>
      </p:sp>
      <p:sp>
        <p:nvSpPr>
          <p:cNvPr id="12" name="直角三角形 11"/>
          <p:cNvSpPr/>
          <p:nvPr userDrawn="1"/>
        </p:nvSpPr>
        <p:spPr>
          <a:xfrm>
            <a:off x="0" y="6508960"/>
            <a:ext cx="12107337" cy="349040"/>
          </a:xfrm>
          <a:prstGeom prst="rtTriangle">
            <a:avLst/>
          </a:prstGeom>
          <a:gradFill flip="none" rotWithShape="1">
            <a:gsLst>
              <a:gs pos="100000">
                <a:schemeClr val="bg1"/>
              </a:gs>
              <a:gs pos="29000">
                <a:schemeClr val="bg1">
                  <a:lumMod val="50000"/>
                </a:schemeClr>
              </a:gs>
              <a:gs pos="0">
                <a:schemeClr val="bg1">
                  <a:lumMod val="50000"/>
                </a:scheme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prstClr val="white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  <p:timing>
    <p:tnLst>
      <p:par>
        <p:cTn id="1" dur="indefinite" restart="never" nodeType="tmRoot"/>
      </p:par>
    </p:tnLst>
  </p:timing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1_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fld id="{82F288E0-7875-42C4-84C8-98DBBD3BF4D2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7D9BB5D0-35E4-459D-AEF3-FE4D7C45CC19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7" Type="http://schemas.openxmlformats.org/officeDocument/2006/relationships/theme" Target="../theme/theme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_rels/slideMaster2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15.xml"/><Relationship Id="rId8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3.xml"/><Relationship Id="rId6" Type="http://schemas.openxmlformats.org/officeDocument/2006/relationships/slideLayout" Target="../slideLayouts/slideLayout12.xml"/><Relationship Id="rId5" Type="http://schemas.openxmlformats.org/officeDocument/2006/relationships/slideLayout" Target="../slideLayouts/slideLayout11.xml"/><Relationship Id="rId4" Type="http://schemas.openxmlformats.org/officeDocument/2006/relationships/slideLayout" Target="../slideLayouts/slideLayout10.xml"/><Relationship Id="rId3" Type="http://schemas.openxmlformats.org/officeDocument/2006/relationships/slideLayout" Target="../slideLayouts/slideLayout9.xml"/><Relationship Id="rId2" Type="http://schemas.openxmlformats.org/officeDocument/2006/relationships/slideLayout" Target="../slideLayouts/slideLayout8.xml"/><Relationship Id="rId10" Type="http://schemas.openxmlformats.org/officeDocument/2006/relationships/theme" Target="../theme/theme2.xml"/><Relationship Id="rId1" Type="http://schemas.openxmlformats.org/officeDocument/2006/relationships/slideLayout" Target="../slideLayouts/slideLayout7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56" r:id="rId1"/>
    <p:sldLayoutId id="2147483657" r:id="rId2"/>
    <p:sldLayoutId id="2147483658" r:id="rId3"/>
    <p:sldLayoutId id="2147483659" r:id="rId4"/>
    <p:sldLayoutId id="2147483660" r:id="rId5"/>
    <p:sldLayoutId id="2147483661" r:id="rId6"/>
    <p:sldLayoutId id="2147483662" r:id="rId7"/>
    <p:sldLayoutId id="2147483663" r:id="rId8"/>
    <p:sldLayoutId id="2147483664" r:id="rId9"/>
  </p:sldLayoutIdLst>
  <p:timing>
    <p:tnLst>
      <p:par>
        <p:cTn id="1" dur="indefinite" restart="never" nodeType="tmRoot"/>
      </p:par>
    </p:tnLst>
  </p:timing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4.xml"/><Relationship Id="rId1" Type="http://schemas.openxmlformats.org/officeDocument/2006/relationships/image" Target="../media/image6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.xml"/><Relationship Id="rId2" Type="http://schemas.openxmlformats.org/officeDocument/2006/relationships/slideLayout" Target="../slideLayouts/slideLayout5.xml"/><Relationship Id="rId1" Type="http://schemas.openxmlformats.org/officeDocument/2006/relationships/image" Target="../media/image7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.xml"/><Relationship Id="rId2" Type="http://schemas.openxmlformats.org/officeDocument/2006/relationships/slideLayout" Target="../slideLayouts/slideLayout5.xml"/><Relationship Id="rId1" Type="http://schemas.openxmlformats.org/officeDocument/2006/relationships/image" Target="../media/image8.png"/></Relationships>
</file>

<file path=ppt/slides/_rels/slide4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3.xml"/><Relationship Id="rId3" Type="http://schemas.openxmlformats.org/officeDocument/2006/relationships/slideLayout" Target="../slideLayouts/slideLayout5.xml"/><Relationship Id="rId2" Type="http://schemas.openxmlformats.org/officeDocument/2006/relationships/image" Target="../media/image10.png"/><Relationship Id="rId1" Type="http://schemas.openxmlformats.org/officeDocument/2006/relationships/image" Target="../media/image9.png"/></Relationships>
</file>

<file path=ppt/slides/_rels/slide5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4.xml"/><Relationship Id="rId3" Type="http://schemas.openxmlformats.org/officeDocument/2006/relationships/slideLayout" Target="../slideLayouts/slideLayout5.xml"/><Relationship Id="rId2" Type="http://schemas.openxmlformats.org/officeDocument/2006/relationships/image" Target="../media/image12.png"/><Relationship Id="rId1" Type="http://schemas.openxmlformats.org/officeDocument/2006/relationships/image" Target="../media/image11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5.xml"/><Relationship Id="rId2" Type="http://schemas.openxmlformats.org/officeDocument/2006/relationships/slideLayout" Target="../slideLayouts/slideLayout5.xml"/><Relationship Id="rId1" Type="http://schemas.openxmlformats.org/officeDocument/2006/relationships/image" Target="../media/image13.png"/></Relationships>
</file>

<file path=ppt/slides/_rels/slide7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6.xml"/><Relationship Id="rId3" Type="http://schemas.openxmlformats.org/officeDocument/2006/relationships/slideLayout" Target="../slideLayouts/slideLayout5.xml"/><Relationship Id="rId2" Type="http://schemas.openxmlformats.org/officeDocument/2006/relationships/image" Target="../media/image15.png"/><Relationship Id="rId1" Type="http://schemas.openxmlformats.org/officeDocument/2006/relationships/image" Target="../media/image14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7.xml"/><Relationship Id="rId2" Type="http://schemas.openxmlformats.org/officeDocument/2006/relationships/slideLayout" Target="../slideLayouts/slideLayout5.xml"/><Relationship Id="rId1" Type="http://schemas.openxmlformats.org/officeDocument/2006/relationships/image" Target="../media/image16.png"/></Relationships>
</file>

<file path=ppt/slides/_rels/slide9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8.xml"/><Relationship Id="rId4" Type="http://schemas.openxmlformats.org/officeDocument/2006/relationships/slideLayout" Target="../slideLayouts/slideLayout5.xml"/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image" Target="../media/image17.png"/></Relationships>
</file>

<file path=ppt/slides/_rels/slide10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9.xml"/><Relationship Id="rId3" Type="http://schemas.openxmlformats.org/officeDocument/2006/relationships/slideLayout" Target="../slideLayouts/slideLayout5.xml"/><Relationship Id="rId2" Type="http://schemas.openxmlformats.org/officeDocument/2006/relationships/image" Target="../media/image21.png"/><Relationship Id="rId1" Type="http://schemas.openxmlformats.org/officeDocument/2006/relationships/image" Target="../media/image20.png"/></Relationships>
</file>

<file path=ppt/slides/_rels/slide11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10.xml"/><Relationship Id="rId3" Type="http://schemas.openxmlformats.org/officeDocument/2006/relationships/slideLayout" Target="../slideLayouts/slideLayout5.xml"/><Relationship Id="rId2" Type="http://schemas.openxmlformats.org/officeDocument/2006/relationships/image" Target="../media/image23.png"/><Relationship Id="rId1" Type="http://schemas.openxmlformats.org/officeDocument/2006/relationships/image" Target="../media/image22.png"/></Relationships>
</file>

<file path=ppt/slides/_rels/slide12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11.xml"/><Relationship Id="rId3" Type="http://schemas.openxmlformats.org/officeDocument/2006/relationships/slideLayout" Target="../slideLayouts/slideLayout5.xml"/><Relationship Id="rId2" Type="http://schemas.openxmlformats.org/officeDocument/2006/relationships/image" Target="../media/image25.png"/><Relationship Id="rId1" Type="http://schemas.openxmlformats.org/officeDocument/2006/relationships/image" Target="../media/image24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2.xml"/><Relationship Id="rId2" Type="http://schemas.openxmlformats.org/officeDocument/2006/relationships/slideLayout" Target="../slideLayouts/slideLayout5.xml"/><Relationship Id="rId1" Type="http://schemas.openxmlformats.org/officeDocument/2006/relationships/image" Target="../media/image26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3.xml"/><Relationship Id="rId2" Type="http://schemas.openxmlformats.org/officeDocument/2006/relationships/slideLayout" Target="../slideLayouts/slideLayout5.xml"/><Relationship Id="rId1" Type="http://schemas.openxmlformats.org/officeDocument/2006/relationships/image" Target="../media/image27.png"/></Relationships>
</file>

<file path=ppt/slides/_rels/slide15.xml.rels><?xml version="1.0" encoding="UTF-8" standalone="yes"?>
<Relationships xmlns="http://schemas.openxmlformats.org/package/2006/relationships"><Relationship Id="rId6" Type="http://schemas.openxmlformats.org/officeDocument/2006/relationships/notesSlide" Target="../notesSlides/notesSlide14.xml"/><Relationship Id="rId5" Type="http://schemas.openxmlformats.org/officeDocument/2006/relationships/slideLayout" Target="../slideLayouts/slideLayout5.xml"/><Relationship Id="rId4" Type="http://schemas.openxmlformats.org/officeDocument/2006/relationships/image" Target="../media/image31.png"/><Relationship Id="rId3" Type="http://schemas.openxmlformats.org/officeDocument/2006/relationships/image" Target="../media/image30.png"/><Relationship Id="rId2" Type="http://schemas.openxmlformats.org/officeDocument/2006/relationships/image" Target="../media/image29.png"/><Relationship Id="rId1" Type="http://schemas.openxmlformats.org/officeDocument/2006/relationships/image" Target="../media/image28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5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1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5" name="矩形 4"/>
          <p:cNvSpPr/>
          <p:nvPr/>
        </p:nvSpPr>
        <p:spPr>
          <a:xfrm>
            <a:off x="2610485" y="2600960"/>
            <a:ext cx="6971665" cy="1106805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zh-CN" altLang="en-US" sz="6600" dirty="0" smtClean="0">
                <a:ln w="0"/>
                <a:solidFill>
                  <a:srgbClr val="157DA8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机器人</a:t>
            </a:r>
            <a:r>
              <a:rPr lang="en-US" altLang="zh-CN" sz="6600" dirty="0" smtClean="0">
                <a:ln w="0"/>
                <a:solidFill>
                  <a:srgbClr val="157DA8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AI</a:t>
            </a:r>
            <a:r>
              <a:rPr lang="zh-CN" altLang="en-US" sz="6600" dirty="0" smtClean="0">
                <a:ln w="0"/>
                <a:solidFill>
                  <a:srgbClr val="157DA8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模块</a:t>
            </a:r>
            <a:endParaRPr lang="zh-CN" altLang="en-US" sz="6600" dirty="0" smtClean="0">
              <a:ln w="0"/>
              <a:solidFill>
                <a:srgbClr val="157DA8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2" name="文本框 1"/>
          <p:cNvSpPr txBox="1"/>
          <p:nvPr/>
        </p:nvSpPr>
        <p:spPr>
          <a:xfrm>
            <a:off x="9265920" y="86360"/>
            <a:ext cx="2987675" cy="64516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/>
              <a:t>上海交通大学学生创新</a:t>
            </a:r>
            <a:r>
              <a:rPr lang="zh-CN" altLang="en-US"/>
              <a:t>中心</a:t>
            </a:r>
            <a:endParaRPr lang="zh-CN" altLang="en-US"/>
          </a:p>
          <a:p>
            <a:r>
              <a:rPr lang="zh-CN" altLang="en-US"/>
              <a:t>上海仪酷智能科技</a:t>
            </a:r>
            <a:r>
              <a:rPr lang="zh-CN" altLang="en-US"/>
              <a:t>有限公司</a:t>
            </a:r>
            <a:endParaRPr lang="zh-CN" alt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/>
          <p:cNvSpPr/>
          <p:nvPr/>
        </p:nvSpPr>
        <p:spPr>
          <a:xfrm>
            <a:off x="985489" y="294717"/>
            <a:ext cx="5659151" cy="4603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sz="2400" b="1" dirty="0"/>
              <a:t>YOLO</a:t>
            </a:r>
            <a:r>
              <a:rPr lang="zh-CN" altLang="en-US" sz="2400" b="1" dirty="0"/>
              <a:t>目标</a:t>
            </a:r>
            <a:r>
              <a:rPr lang="zh-CN" altLang="en-US" sz="2400" b="1" dirty="0"/>
              <a:t>检测</a:t>
            </a:r>
            <a:endParaRPr lang="zh-CN" altLang="en-US" sz="2400" b="1" dirty="0"/>
          </a:p>
        </p:txBody>
      </p:sp>
      <p:sp>
        <p:nvSpPr>
          <p:cNvPr id="3" name="文本框 2"/>
          <p:cNvSpPr txBox="1"/>
          <p:nvPr/>
        </p:nvSpPr>
        <p:spPr>
          <a:xfrm>
            <a:off x="985520" y="999490"/>
            <a:ext cx="406400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/>
              <a:t>https://github.com/ultralytics/ultralytics</a:t>
            </a:r>
            <a:endParaRPr lang="en-US" altLang="zh-CN"/>
          </a:p>
        </p:txBody>
      </p:sp>
      <p:pic>
        <p:nvPicPr>
          <p:cNvPr id="5" name="图片 4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11630" y="2355850"/>
            <a:ext cx="8439150" cy="3808730"/>
          </a:xfrm>
          <a:prstGeom prst="rect">
            <a:avLst/>
          </a:prstGeom>
        </p:spPr>
      </p:pic>
      <p:sp>
        <p:nvSpPr>
          <p:cNvPr id="6" name="文本框 5"/>
          <p:cNvSpPr txBox="1"/>
          <p:nvPr/>
        </p:nvSpPr>
        <p:spPr>
          <a:xfrm>
            <a:off x="985520" y="1370965"/>
            <a:ext cx="8859520" cy="64516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/>
              <a:t>安装：</a:t>
            </a:r>
            <a:endParaRPr lang="zh-CN" altLang="en-US"/>
          </a:p>
          <a:p>
            <a:pPr marL="3200400" lvl="7" indent="457200"/>
            <a:r>
              <a:rPr lang="en-US" altLang="zh-CN" b="1"/>
              <a:t>pip install ultralytics</a:t>
            </a:r>
            <a:endParaRPr lang="en-US" altLang="zh-CN" b="1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/>
          <p:cNvSpPr/>
          <p:nvPr/>
        </p:nvSpPr>
        <p:spPr>
          <a:xfrm>
            <a:off x="985489" y="294717"/>
            <a:ext cx="5659151" cy="4603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sz="2400" b="1" dirty="0"/>
              <a:t>YOLO</a:t>
            </a:r>
            <a:r>
              <a:rPr lang="zh-CN" altLang="en-US" sz="2400" b="1" dirty="0"/>
              <a:t>目标</a:t>
            </a:r>
            <a:r>
              <a:rPr lang="zh-CN" altLang="en-US" sz="2400" b="1" dirty="0"/>
              <a:t>检测</a:t>
            </a:r>
            <a:endParaRPr lang="zh-CN" altLang="en-US" sz="2400" b="1" dirty="0"/>
          </a:p>
        </p:txBody>
      </p:sp>
      <p:sp>
        <p:nvSpPr>
          <p:cNvPr id="3" name="文本框 2"/>
          <p:cNvSpPr txBox="1"/>
          <p:nvPr/>
        </p:nvSpPr>
        <p:spPr>
          <a:xfrm>
            <a:off x="985520" y="928370"/>
            <a:ext cx="690499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/>
              <a:t>https://docs.ultralytics.com/zh/datasets/detect/coco/#applications</a:t>
            </a:r>
            <a:endParaRPr lang="en-US" altLang="zh-CN"/>
          </a:p>
        </p:txBody>
      </p:sp>
      <p:pic>
        <p:nvPicPr>
          <p:cNvPr id="4" name="图片 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20190" y="1367790"/>
            <a:ext cx="9150985" cy="520192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/>
          <p:cNvSpPr/>
          <p:nvPr/>
        </p:nvSpPr>
        <p:spPr>
          <a:xfrm>
            <a:off x="985489" y="294717"/>
            <a:ext cx="5659151" cy="4603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sz="2400" b="1" dirty="0"/>
              <a:t>YOLO</a:t>
            </a:r>
            <a:r>
              <a:rPr lang="zh-CN" altLang="en-US" sz="2400" b="1" dirty="0"/>
              <a:t>目标</a:t>
            </a:r>
            <a:r>
              <a:rPr lang="zh-CN" altLang="en-US" sz="2400" b="1" dirty="0"/>
              <a:t>检测</a:t>
            </a:r>
            <a:endParaRPr lang="zh-CN" altLang="en-US" sz="2400" b="1" dirty="0"/>
          </a:p>
        </p:txBody>
      </p:sp>
      <p:pic>
        <p:nvPicPr>
          <p:cNvPr id="4" name="图片 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5265" y="2365375"/>
            <a:ext cx="5716905" cy="1532890"/>
          </a:xfrm>
          <a:prstGeom prst="rect">
            <a:avLst/>
          </a:prstGeom>
        </p:spPr>
      </p:pic>
      <p:pic>
        <p:nvPicPr>
          <p:cNvPr id="7" name="图片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0300" y="1209040"/>
            <a:ext cx="5620385" cy="5064125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/>
          <p:cNvSpPr/>
          <p:nvPr/>
        </p:nvSpPr>
        <p:spPr>
          <a:xfrm>
            <a:off x="985489" y="294717"/>
            <a:ext cx="5659151" cy="4603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sz="2400" b="1" dirty="0"/>
              <a:t>YOLO-</a:t>
            </a:r>
            <a:r>
              <a:rPr lang="zh-CN" altLang="en-US" sz="2400" b="1" dirty="0"/>
              <a:t>获取机器人视频流检测</a:t>
            </a:r>
            <a:endParaRPr lang="zh-CN" altLang="en-US" sz="2400" b="1" dirty="0"/>
          </a:p>
        </p:txBody>
      </p:sp>
      <p:pic>
        <p:nvPicPr>
          <p:cNvPr id="3" name="图片 2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73800" y="1346835"/>
            <a:ext cx="5473700" cy="5213350"/>
          </a:xfrm>
          <a:prstGeom prst="rect">
            <a:avLst/>
          </a:prstGeom>
        </p:spPr>
      </p:pic>
      <p:pic>
        <p:nvPicPr>
          <p:cNvPr id="5" name="图片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9730" y="1445895"/>
            <a:ext cx="5474970" cy="2816225"/>
          </a:xfrm>
          <a:prstGeom prst="rect">
            <a:avLst/>
          </a:prstGeom>
        </p:spPr>
      </p:pic>
      <p:sp>
        <p:nvSpPr>
          <p:cNvPr id="6" name="文本框 5"/>
          <p:cNvSpPr txBox="1"/>
          <p:nvPr/>
        </p:nvSpPr>
        <p:spPr>
          <a:xfrm>
            <a:off x="441960" y="1077595"/>
            <a:ext cx="406400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b="1"/>
              <a:t>PC</a:t>
            </a:r>
            <a:r>
              <a:rPr lang="zh-CN" altLang="en-US" b="1"/>
              <a:t>端</a:t>
            </a:r>
            <a:endParaRPr lang="zh-CN" altLang="en-US" b="1"/>
          </a:p>
        </p:txBody>
      </p:sp>
      <p:sp>
        <p:nvSpPr>
          <p:cNvPr id="8" name="文本框 7"/>
          <p:cNvSpPr txBox="1"/>
          <p:nvPr/>
        </p:nvSpPr>
        <p:spPr>
          <a:xfrm>
            <a:off x="6273165" y="959485"/>
            <a:ext cx="406400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b="1"/>
              <a:t>机器人端</a:t>
            </a:r>
            <a:endParaRPr lang="zh-CN" altLang="en-US" b="1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/>
          <p:cNvSpPr/>
          <p:nvPr/>
        </p:nvSpPr>
        <p:spPr>
          <a:xfrm>
            <a:off x="985489" y="294717"/>
            <a:ext cx="5659151" cy="4603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sz="2400" b="1" dirty="0"/>
              <a:t>LLM</a:t>
            </a:r>
            <a:r>
              <a:rPr lang="zh-CN" altLang="en-US" sz="2400" b="1" dirty="0"/>
              <a:t>大语言模型</a:t>
            </a:r>
            <a:endParaRPr lang="zh-CN" altLang="en-US" sz="2400" b="1" dirty="0"/>
          </a:p>
        </p:txBody>
      </p:sp>
      <p:pic>
        <p:nvPicPr>
          <p:cNvPr id="5" name="图片 4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76045" y="2134870"/>
            <a:ext cx="9458960" cy="21717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/>
          <p:cNvSpPr/>
          <p:nvPr/>
        </p:nvSpPr>
        <p:spPr>
          <a:xfrm>
            <a:off x="985489" y="294717"/>
            <a:ext cx="5659151" cy="4603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sz="2400" b="1" dirty="0"/>
              <a:t>LLM</a:t>
            </a:r>
            <a:r>
              <a:rPr lang="zh-CN" altLang="en-US" sz="2400" b="1" dirty="0"/>
              <a:t>大语言模型</a:t>
            </a:r>
            <a:r>
              <a:rPr lang="en-US" altLang="zh-CN" sz="2400" b="1" dirty="0"/>
              <a:t>-</a:t>
            </a:r>
            <a:r>
              <a:rPr lang="en-US" altLang="zh-CN" sz="2400" b="1" dirty="0"/>
              <a:t>Qwen</a:t>
            </a:r>
            <a:endParaRPr lang="en-US" altLang="zh-CN" sz="2400" b="1" dirty="0"/>
          </a:p>
        </p:txBody>
      </p:sp>
      <p:sp>
        <p:nvSpPr>
          <p:cNvPr id="3" name="文本框 2"/>
          <p:cNvSpPr txBox="1"/>
          <p:nvPr/>
        </p:nvSpPr>
        <p:spPr>
          <a:xfrm>
            <a:off x="653415" y="1091565"/>
            <a:ext cx="10399395" cy="64516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/>
              <a:t>https://www.aliyun.com/product/tongyi?spm=5176.29597918.J_4VYgf18xNlTAyFFbOuOQe.d_menu_0.2b8e7b08Gy9WHG</a:t>
            </a:r>
            <a:endParaRPr lang="en-US" altLang="zh-CN"/>
          </a:p>
        </p:txBody>
      </p:sp>
      <p:pic>
        <p:nvPicPr>
          <p:cNvPr id="4" name="图片 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6145" y="2250440"/>
            <a:ext cx="4864100" cy="2228850"/>
          </a:xfrm>
          <a:prstGeom prst="rect">
            <a:avLst/>
          </a:prstGeom>
        </p:spPr>
      </p:pic>
      <p:pic>
        <p:nvPicPr>
          <p:cNvPr id="6" name="图片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0" y="3002915"/>
            <a:ext cx="6017895" cy="2769235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/>
          <p:cNvSpPr/>
          <p:nvPr/>
        </p:nvSpPr>
        <p:spPr>
          <a:xfrm>
            <a:off x="985489" y="294717"/>
            <a:ext cx="5659151" cy="4603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sz="2400" b="1" dirty="0"/>
              <a:t>LLM</a:t>
            </a:r>
            <a:r>
              <a:rPr lang="zh-CN" altLang="en-US" sz="2400" b="1" dirty="0"/>
              <a:t>大语言模型</a:t>
            </a:r>
            <a:r>
              <a:rPr lang="en-US" altLang="zh-CN" sz="2400" b="1" dirty="0"/>
              <a:t>-</a:t>
            </a:r>
            <a:r>
              <a:rPr lang="en-US" altLang="zh-CN" sz="2400" b="1" dirty="0"/>
              <a:t>Qwen</a:t>
            </a:r>
            <a:endParaRPr lang="en-US" altLang="zh-CN" sz="2400" b="1" dirty="0"/>
          </a:p>
        </p:txBody>
      </p:sp>
      <p:pic>
        <p:nvPicPr>
          <p:cNvPr id="5" name="图片 4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17670" y="1122680"/>
            <a:ext cx="7341870" cy="5253355"/>
          </a:xfrm>
          <a:prstGeom prst="rect">
            <a:avLst/>
          </a:prstGeom>
        </p:spPr>
      </p:pic>
      <p:sp>
        <p:nvSpPr>
          <p:cNvPr id="7" name="文本框 6"/>
          <p:cNvSpPr txBox="1"/>
          <p:nvPr/>
        </p:nvSpPr>
        <p:spPr>
          <a:xfrm>
            <a:off x="600075" y="1814830"/>
            <a:ext cx="3233420" cy="161417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>
              <a:lnSpc>
                <a:spcPct val="120000"/>
              </a:lnSpc>
            </a:pPr>
            <a:r>
              <a:rPr lang="en-US" altLang="zh-CN" b="1"/>
              <a:t>base_url</a:t>
            </a:r>
            <a:r>
              <a:rPr lang="en-US" altLang="zh-CN"/>
              <a:t>:</a:t>
            </a:r>
            <a:r>
              <a:rPr lang="zh-CN" altLang="en-US"/>
              <a:t>模型服务</a:t>
            </a:r>
            <a:r>
              <a:rPr lang="zh-CN" altLang="en-US"/>
              <a:t>地址</a:t>
            </a:r>
            <a:endParaRPr lang="zh-CN" altLang="en-US"/>
          </a:p>
          <a:p>
            <a:pPr>
              <a:lnSpc>
                <a:spcPct val="120000"/>
              </a:lnSpc>
            </a:pPr>
            <a:r>
              <a:rPr lang="en-US" altLang="zh-CN" b="1"/>
              <a:t>messages:</a:t>
            </a:r>
            <a:r>
              <a:rPr lang="zh-CN" altLang="en-US"/>
              <a:t>角色设定和历史</a:t>
            </a:r>
            <a:r>
              <a:rPr lang="zh-CN" altLang="en-US"/>
              <a:t>对话</a:t>
            </a:r>
            <a:endParaRPr lang="zh-CN" altLang="en-US"/>
          </a:p>
          <a:p>
            <a:pPr>
              <a:lnSpc>
                <a:spcPct val="120000"/>
              </a:lnSpc>
            </a:pPr>
            <a:r>
              <a:rPr lang="en-US" altLang="zh-CN" b="1"/>
              <a:t>enable_thinking:</a:t>
            </a:r>
            <a:r>
              <a:rPr lang="zh-CN" altLang="en-US"/>
              <a:t>是否</a:t>
            </a:r>
            <a:r>
              <a:rPr lang="zh-CN" altLang="en-US"/>
              <a:t>思考</a:t>
            </a:r>
            <a:endParaRPr lang="zh-CN" altLang="en-US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/>
          <p:cNvSpPr/>
          <p:nvPr/>
        </p:nvSpPr>
        <p:spPr>
          <a:xfrm>
            <a:off x="985489" y="294717"/>
            <a:ext cx="5659151" cy="4603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sz="2400" b="1" dirty="0"/>
              <a:t>MCP Server</a:t>
            </a:r>
            <a:r>
              <a:rPr lang="zh-CN" altLang="en-US" sz="2400" b="1" dirty="0"/>
              <a:t>与</a:t>
            </a:r>
            <a:r>
              <a:rPr lang="en-US" altLang="zh-CN" sz="2400" b="1" dirty="0"/>
              <a:t>Client</a:t>
            </a:r>
            <a:endParaRPr lang="en-US" altLang="zh-CN" sz="2400" b="1" dirty="0"/>
          </a:p>
        </p:txBody>
      </p:sp>
      <p:pic>
        <p:nvPicPr>
          <p:cNvPr id="3" name="图片 2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74650" y="2083435"/>
            <a:ext cx="3737610" cy="2849880"/>
          </a:xfrm>
          <a:prstGeom prst="rect">
            <a:avLst/>
          </a:prstGeom>
        </p:spPr>
      </p:pic>
      <p:sp>
        <p:nvSpPr>
          <p:cNvPr id="4" name="文本框 3"/>
          <p:cNvSpPr txBox="1"/>
          <p:nvPr/>
        </p:nvSpPr>
        <p:spPr>
          <a:xfrm>
            <a:off x="936625" y="1308735"/>
            <a:ext cx="406400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b="1"/>
              <a:t>基本对话流程</a:t>
            </a:r>
            <a:endParaRPr lang="zh-CN" altLang="en-US" b="1"/>
          </a:p>
        </p:txBody>
      </p:sp>
      <p:pic>
        <p:nvPicPr>
          <p:cNvPr id="7" name="图片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53560" y="1916430"/>
            <a:ext cx="3485515" cy="3183890"/>
          </a:xfrm>
          <a:prstGeom prst="rect">
            <a:avLst/>
          </a:prstGeom>
        </p:spPr>
      </p:pic>
      <p:sp>
        <p:nvSpPr>
          <p:cNvPr id="8" name="文本框 7"/>
          <p:cNvSpPr txBox="1"/>
          <p:nvPr/>
        </p:nvSpPr>
        <p:spPr>
          <a:xfrm>
            <a:off x="4829175" y="1308735"/>
            <a:ext cx="257810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b="1"/>
              <a:t>早期函数（工具）调用</a:t>
            </a:r>
            <a:endParaRPr lang="zh-CN" altLang="en-US" b="1"/>
          </a:p>
        </p:txBody>
      </p:sp>
      <p:pic>
        <p:nvPicPr>
          <p:cNvPr id="9" name="图片 8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19135" y="1916430"/>
            <a:ext cx="3434080" cy="3195320"/>
          </a:xfrm>
          <a:prstGeom prst="rect">
            <a:avLst/>
          </a:prstGeom>
        </p:spPr>
      </p:pic>
      <p:sp>
        <p:nvSpPr>
          <p:cNvPr id="11" name="文本框 10"/>
          <p:cNvSpPr txBox="1"/>
          <p:nvPr/>
        </p:nvSpPr>
        <p:spPr>
          <a:xfrm>
            <a:off x="8319135" y="1308735"/>
            <a:ext cx="166687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b="1"/>
              <a:t>MCP</a:t>
            </a:r>
            <a:endParaRPr lang="en-US" altLang="zh-CN" b="1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/>
          <p:cNvSpPr/>
          <p:nvPr/>
        </p:nvSpPr>
        <p:spPr>
          <a:xfrm>
            <a:off x="985489" y="294717"/>
            <a:ext cx="5659151" cy="4603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sz="2400" b="1" dirty="0"/>
              <a:t>MCP Server</a:t>
            </a:r>
            <a:r>
              <a:rPr lang="zh-CN" altLang="en-US" sz="2400" b="1" dirty="0"/>
              <a:t>与</a:t>
            </a:r>
            <a:r>
              <a:rPr lang="en-US" altLang="zh-CN" sz="2400" b="1" dirty="0"/>
              <a:t>Client</a:t>
            </a:r>
            <a:endParaRPr lang="en-US" altLang="zh-CN" sz="2400" b="1" dirty="0"/>
          </a:p>
        </p:txBody>
      </p:sp>
      <p:pic>
        <p:nvPicPr>
          <p:cNvPr id="6" name="图片 5" descr="image-20251117155706828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599430" y="2607310"/>
            <a:ext cx="6530975" cy="2646680"/>
          </a:xfrm>
          <a:prstGeom prst="rect">
            <a:avLst/>
          </a:prstGeom>
        </p:spPr>
      </p:pic>
      <p:pic>
        <p:nvPicPr>
          <p:cNvPr id="9" name="图片 8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570" y="2607310"/>
            <a:ext cx="4572635" cy="2339975"/>
          </a:xfrm>
          <a:prstGeom prst="rect">
            <a:avLst/>
          </a:prstGeom>
        </p:spPr>
      </p:pic>
      <p:sp>
        <p:nvSpPr>
          <p:cNvPr id="10" name="文本框 9"/>
          <p:cNvSpPr txBox="1"/>
          <p:nvPr/>
        </p:nvSpPr>
        <p:spPr>
          <a:xfrm>
            <a:off x="856615" y="972185"/>
            <a:ext cx="786828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/>
              <a:t>https://modelcontextprotocol.io/docs/getting-started/intro</a:t>
            </a:r>
            <a:endParaRPr lang="en-US" altLang="zh-CN"/>
          </a:p>
        </p:txBody>
      </p:sp>
      <p:sp>
        <p:nvSpPr>
          <p:cNvPr id="11" name="文本框 10"/>
          <p:cNvSpPr txBox="1"/>
          <p:nvPr/>
        </p:nvSpPr>
        <p:spPr>
          <a:xfrm>
            <a:off x="462915" y="1704340"/>
            <a:ext cx="8656320" cy="53848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indent="457200"/>
            <a:r>
              <a:rPr lang="en-US" altLang="zh-CN" b="1"/>
              <a:t>MCP</a:t>
            </a:r>
            <a:r>
              <a:rPr lang="zh-CN" altLang="en-US" b="1"/>
              <a:t>是</a:t>
            </a:r>
            <a:r>
              <a:rPr lang="en-US" altLang="zh-CN" b="1"/>
              <a:t>AI</a:t>
            </a:r>
            <a:r>
              <a:rPr lang="zh-CN" altLang="en-US" b="1"/>
              <a:t>应用的接口，能将各种外部系统连接到</a:t>
            </a:r>
            <a:r>
              <a:rPr lang="en-US" altLang="zh-CN" b="1"/>
              <a:t>AI</a:t>
            </a:r>
            <a:r>
              <a:rPr lang="zh-CN" altLang="en-US" b="1"/>
              <a:t>应用中。</a:t>
            </a:r>
            <a:endParaRPr lang="zh-CN" altLang="en-US" b="1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/>
          <p:cNvSpPr/>
          <p:nvPr/>
        </p:nvSpPr>
        <p:spPr>
          <a:xfrm>
            <a:off x="985489" y="294717"/>
            <a:ext cx="5659151" cy="4603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sz="2400" b="1" dirty="0"/>
              <a:t>MCP Server</a:t>
            </a:r>
            <a:r>
              <a:rPr lang="zh-CN" altLang="en-US" sz="2400" b="1" dirty="0"/>
              <a:t>与</a:t>
            </a:r>
            <a:r>
              <a:rPr lang="en-US" altLang="zh-CN" sz="2400" b="1" dirty="0"/>
              <a:t>Client</a:t>
            </a:r>
            <a:endParaRPr lang="en-US" altLang="zh-CN" sz="2400" b="1" dirty="0"/>
          </a:p>
        </p:txBody>
      </p:sp>
      <p:pic>
        <p:nvPicPr>
          <p:cNvPr id="3" name="图片 2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61645" y="2834005"/>
            <a:ext cx="5450205" cy="2879725"/>
          </a:xfrm>
          <a:prstGeom prst="rect">
            <a:avLst/>
          </a:prstGeom>
        </p:spPr>
      </p:pic>
      <p:sp>
        <p:nvSpPr>
          <p:cNvPr id="4" name="文本框 3"/>
          <p:cNvSpPr txBox="1"/>
          <p:nvPr/>
        </p:nvSpPr>
        <p:spPr>
          <a:xfrm>
            <a:off x="839470" y="1610360"/>
            <a:ext cx="300291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/>
              <a:t>安装：</a:t>
            </a:r>
            <a:r>
              <a:rPr lang="en-US" altLang="zh-CN" b="1"/>
              <a:t> pip install "mcp[cli]"</a:t>
            </a:r>
            <a:endParaRPr lang="en-US" altLang="zh-CN" b="1"/>
          </a:p>
        </p:txBody>
      </p:sp>
      <p:pic>
        <p:nvPicPr>
          <p:cNvPr id="5" name="图片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0" y="1978660"/>
            <a:ext cx="5777230" cy="257302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/>
          <p:cNvSpPr/>
          <p:nvPr/>
        </p:nvSpPr>
        <p:spPr>
          <a:xfrm>
            <a:off x="985489" y="294717"/>
            <a:ext cx="5659151" cy="4603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sz="2400" b="1" dirty="0"/>
              <a:t>MCP Server</a:t>
            </a:r>
            <a:r>
              <a:rPr lang="zh-CN" altLang="en-US" sz="2400" b="1" dirty="0"/>
              <a:t>与</a:t>
            </a:r>
            <a:r>
              <a:rPr lang="en-US" altLang="zh-CN" sz="2400" b="1" dirty="0"/>
              <a:t>Client</a:t>
            </a:r>
            <a:endParaRPr lang="en-US" altLang="zh-CN" sz="2400" b="1" dirty="0"/>
          </a:p>
        </p:txBody>
      </p:sp>
      <p:sp>
        <p:nvSpPr>
          <p:cNvPr id="7" name="文本框 6"/>
          <p:cNvSpPr txBox="1"/>
          <p:nvPr/>
        </p:nvSpPr>
        <p:spPr>
          <a:xfrm>
            <a:off x="861060" y="1078865"/>
            <a:ext cx="307340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/>
              <a:t>定义</a:t>
            </a:r>
            <a:r>
              <a:rPr lang="en-US" altLang="zh-CN"/>
              <a:t>MCP </a:t>
            </a:r>
            <a:r>
              <a:rPr lang="en-US" altLang="zh-CN"/>
              <a:t>Server</a:t>
            </a:r>
            <a:endParaRPr lang="en-US" altLang="zh-CN"/>
          </a:p>
        </p:txBody>
      </p:sp>
      <p:pic>
        <p:nvPicPr>
          <p:cNvPr id="8" name="图片 7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23290" y="1632585"/>
            <a:ext cx="3462655" cy="4533900"/>
          </a:xfrm>
          <a:prstGeom prst="rect">
            <a:avLst/>
          </a:prstGeom>
        </p:spPr>
      </p:pic>
      <p:pic>
        <p:nvPicPr>
          <p:cNvPr id="9" name="图片 8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72175" y="1543685"/>
            <a:ext cx="4036695" cy="5068570"/>
          </a:xfrm>
          <a:prstGeom prst="rect">
            <a:avLst/>
          </a:prstGeom>
        </p:spPr>
      </p:pic>
      <p:sp>
        <p:nvSpPr>
          <p:cNvPr id="10" name="文本框 9"/>
          <p:cNvSpPr txBox="1"/>
          <p:nvPr/>
        </p:nvSpPr>
        <p:spPr>
          <a:xfrm>
            <a:off x="5872480" y="1078865"/>
            <a:ext cx="307340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/>
              <a:t>定义</a:t>
            </a:r>
            <a:r>
              <a:rPr lang="en-US" altLang="zh-CN"/>
              <a:t>MCP Client</a:t>
            </a:r>
            <a:endParaRPr lang="en-US" altLang="zh-CN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/>
          <p:cNvSpPr/>
          <p:nvPr/>
        </p:nvSpPr>
        <p:spPr>
          <a:xfrm>
            <a:off x="985489" y="294717"/>
            <a:ext cx="5659151" cy="4603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sz="2400" b="1" dirty="0"/>
              <a:t>MCP Server</a:t>
            </a:r>
            <a:r>
              <a:rPr lang="zh-CN" altLang="en-US" sz="2400" b="1" dirty="0"/>
              <a:t>与</a:t>
            </a:r>
            <a:r>
              <a:rPr lang="en-US" altLang="zh-CN" sz="2400" b="1" dirty="0"/>
              <a:t>Client</a:t>
            </a:r>
            <a:endParaRPr lang="en-US" altLang="zh-CN" sz="2400" b="1" dirty="0"/>
          </a:p>
        </p:txBody>
      </p:sp>
      <p:pic>
        <p:nvPicPr>
          <p:cNvPr id="5" name="图片 4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1985" y="1722120"/>
            <a:ext cx="11089005" cy="390017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/>
          <p:cNvSpPr/>
          <p:nvPr/>
        </p:nvSpPr>
        <p:spPr>
          <a:xfrm>
            <a:off x="985489" y="294717"/>
            <a:ext cx="5659151" cy="4603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sz="2400" b="1" dirty="0"/>
              <a:t>MCP Server</a:t>
            </a:r>
            <a:r>
              <a:rPr lang="zh-CN" altLang="en-US" sz="2400" b="1" dirty="0"/>
              <a:t>与</a:t>
            </a:r>
            <a:r>
              <a:rPr lang="en-US" altLang="zh-CN" sz="2400" b="1" dirty="0"/>
              <a:t>Client</a:t>
            </a:r>
            <a:endParaRPr lang="en-US" altLang="zh-CN" sz="2400" b="1" dirty="0"/>
          </a:p>
        </p:txBody>
      </p:sp>
      <p:pic>
        <p:nvPicPr>
          <p:cNvPr id="3" name="图片 2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10335" y="903605"/>
            <a:ext cx="4211320" cy="5484495"/>
          </a:xfrm>
          <a:prstGeom prst="rect">
            <a:avLst/>
          </a:prstGeom>
        </p:spPr>
      </p:pic>
      <p:sp>
        <p:nvSpPr>
          <p:cNvPr id="4" name="文本框 3"/>
          <p:cNvSpPr txBox="1"/>
          <p:nvPr/>
        </p:nvSpPr>
        <p:spPr>
          <a:xfrm>
            <a:off x="5938520" y="1136015"/>
            <a:ext cx="5316855" cy="347980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indent="457200"/>
            <a:r>
              <a:rPr lang="zh-CN" altLang="en-US"/>
              <a:t>在多轮对话中，</a:t>
            </a:r>
            <a:r>
              <a:rPr lang="en-US" altLang="zh-CN"/>
              <a:t>message</a:t>
            </a:r>
            <a:r>
              <a:rPr lang="zh-CN" altLang="en-US"/>
              <a:t>的开头是</a:t>
            </a:r>
            <a:r>
              <a:rPr lang="en-US" altLang="zh-CN"/>
              <a:t>system</a:t>
            </a:r>
            <a:r>
              <a:rPr lang="zh-CN" altLang="en-US"/>
              <a:t>，可以配置一些</a:t>
            </a:r>
            <a:r>
              <a:rPr lang="en-US" altLang="zh-CN"/>
              <a:t>prompt</a:t>
            </a:r>
            <a:r>
              <a:rPr lang="zh-CN" altLang="en-US"/>
              <a:t>对大模型做一些设定。</a:t>
            </a:r>
            <a:r>
              <a:rPr lang="en-US" altLang="zh-CN"/>
              <a:t>system</a:t>
            </a:r>
            <a:r>
              <a:rPr lang="zh-CN" altLang="en-US"/>
              <a:t>可以</a:t>
            </a:r>
            <a:r>
              <a:rPr lang="zh-CN" altLang="en-US"/>
              <a:t>为空。</a:t>
            </a:r>
            <a:endParaRPr lang="zh-CN" altLang="en-US"/>
          </a:p>
          <a:p>
            <a:pPr indent="457200"/>
            <a:r>
              <a:rPr lang="zh-CN" altLang="en-US"/>
              <a:t>然后是</a:t>
            </a:r>
            <a:r>
              <a:rPr lang="en-US" altLang="zh-CN"/>
              <a:t>user</a:t>
            </a:r>
            <a:r>
              <a:rPr lang="zh-CN" altLang="en-US"/>
              <a:t>，由用户输入信息，接着是</a:t>
            </a:r>
            <a:r>
              <a:rPr lang="en-US" altLang="zh-CN"/>
              <a:t>assistant</a:t>
            </a:r>
            <a:r>
              <a:rPr lang="zh-CN" altLang="en-US"/>
              <a:t>模型回复，然后再接上</a:t>
            </a:r>
            <a:r>
              <a:rPr lang="en-US" altLang="zh-CN"/>
              <a:t>user......</a:t>
            </a:r>
            <a:r>
              <a:rPr lang="zh-CN" altLang="en-US"/>
              <a:t>这样的结构就是一般的对话的</a:t>
            </a:r>
            <a:r>
              <a:rPr lang="en-US" altLang="zh-CN"/>
              <a:t>message</a:t>
            </a:r>
            <a:r>
              <a:rPr lang="zh-CN" altLang="en-US"/>
              <a:t>结构。</a:t>
            </a:r>
            <a:endParaRPr lang="zh-CN" altLang="en-US"/>
          </a:p>
          <a:p>
            <a:pPr indent="457200"/>
            <a:r>
              <a:rPr lang="zh-CN" altLang="en-US"/>
              <a:t>如果</a:t>
            </a:r>
            <a:r>
              <a:rPr lang="en-US" altLang="zh-CN"/>
              <a:t>user</a:t>
            </a:r>
            <a:r>
              <a:rPr lang="zh-CN" altLang="en-US"/>
              <a:t>之后，大模型决定调用工具，那么</a:t>
            </a:r>
            <a:r>
              <a:rPr lang="en-US" altLang="zh-CN"/>
              <a:t>assistant</a:t>
            </a:r>
            <a:r>
              <a:rPr lang="zh-CN" altLang="en-US"/>
              <a:t>中会附加需要调用的工具</a:t>
            </a:r>
            <a:r>
              <a:rPr lang="en-US" altLang="zh-CN"/>
              <a:t>tool_calls</a:t>
            </a:r>
            <a:r>
              <a:rPr lang="zh-CN" altLang="en-US"/>
              <a:t>与工具调用</a:t>
            </a:r>
            <a:r>
              <a:rPr lang="en-US" altLang="zh-CN"/>
              <a:t>id</a:t>
            </a:r>
            <a:r>
              <a:rPr lang="zh-CN" altLang="en-US"/>
              <a:t>，下一个紧跟的必须是</a:t>
            </a:r>
            <a:r>
              <a:rPr lang="en-US" altLang="zh-CN"/>
              <a:t>tool</a:t>
            </a:r>
            <a:r>
              <a:rPr lang="zh-CN" altLang="en-US"/>
              <a:t>，即工具调用结果以及调用</a:t>
            </a:r>
            <a:r>
              <a:rPr lang="en-US" altLang="zh-CN"/>
              <a:t>id</a:t>
            </a:r>
            <a:r>
              <a:rPr lang="zh-CN" altLang="en-US"/>
              <a:t>。</a:t>
            </a:r>
            <a:endParaRPr lang="zh-CN" altLang="en-US"/>
          </a:p>
          <a:p>
            <a:pPr indent="457200"/>
            <a:endParaRPr lang="zh-CN" altLang="en-US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/>
          <p:cNvSpPr/>
          <p:nvPr/>
        </p:nvSpPr>
        <p:spPr>
          <a:xfrm>
            <a:off x="985489" y="294717"/>
            <a:ext cx="5659151" cy="4603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400" b="1" dirty="0"/>
              <a:t>MCP</a:t>
            </a:r>
            <a:r>
              <a:rPr lang="zh-CN" altLang="en-US" sz="2400" b="1" dirty="0"/>
              <a:t>工具</a:t>
            </a:r>
            <a:endParaRPr lang="zh-CN" altLang="en-US" sz="2400" b="1" dirty="0"/>
          </a:p>
        </p:txBody>
      </p:sp>
      <p:sp>
        <p:nvSpPr>
          <p:cNvPr id="4" name="文本框 3"/>
          <p:cNvSpPr txBox="1"/>
          <p:nvPr/>
        </p:nvSpPr>
        <p:spPr>
          <a:xfrm>
            <a:off x="883920" y="1339215"/>
            <a:ext cx="205613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/>
              <a:t>https://smithery.ai/</a:t>
            </a:r>
            <a:endParaRPr lang="en-US" altLang="zh-CN"/>
          </a:p>
        </p:txBody>
      </p:sp>
      <p:pic>
        <p:nvPicPr>
          <p:cNvPr id="5" name="图片 4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5520" y="1765300"/>
            <a:ext cx="1836420" cy="495300"/>
          </a:xfrm>
          <a:prstGeom prst="rect">
            <a:avLst/>
          </a:prstGeom>
        </p:spPr>
      </p:pic>
      <p:sp>
        <p:nvSpPr>
          <p:cNvPr id="6" name="文本框 5"/>
          <p:cNvSpPr txBox="1"/>
          <p:nvPr/>
        </p:nvSpPr>
        <p:spPr>
          <a:xfrm>
            <a:off x="3945255" y="1062355"/>
            <a:ext cx="3622040" cy="64516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/>
              <a:t>https://github.com/punkpeye/awesome-mcp-servers</a:t>
            </a:r>
            <a:endParaRPr lang="en-US" altLang="zh-CN"/>
          </a:p>
        </p:txBody>
      </p:sp>
      <p:pic>
        <p:nvPicPr>
          <p:cNvPr id="7" name="图片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83025" y="1765300"/>
            <a:ext cx="6089015" cy="1487805"/>
          </a:xfrm>
          <a:prstGeom prst="rect">
            <a:avLst/>
          </a:prstGeom>
        </p:spPr>
      </p:pic>
      <p:pic>
        <p:nvPicPr>
          <p:cNvPr id="8" name="图片 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5520" y="3519805"/>
            <a:ext cx="1546860" cy="419100"/>
          </a:xfrm>
          <a:prstGeom prst="rect">
            <a:avLst/>
          </a:prstGeom>
        </p:spPr>
      </p:pic>
      <p:sp>
        <p:nvSpPr>
          <p:cNvPr id="9" name="文本框 8"/>
          <p:cNvSpPr txBox="1"/>
          <p:nvPr/>
        </p:nvSpPr>
        <p:spPr>
          <a:xfrm>
            <a:off x="963295" y="3060700"/>
            <a:ext cx="185801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/>
              <a:t>https://mcp.so/</a:t>
            </a:r>
            <a:endParaRPr lang="en-US" altLang="zh-CN"/>
          </a:p>
        </p:txBody>
      </p:sp>
      <p:sp>
        <p:nvSpPr>
          <p:cNvPr id="10" name="文本框 9"/>
          <p:cNvSpPr txBox="1"/>
          <p:nvPr/>
        </p:nvSpPr>
        <p:spPr>
          <a:xfrm>
            <a:off x="3883025" y="3614420"/>
            <a:ext cx="5391150" cy="92202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/>
              <a:t>https://bailian.console.aliyun.com/?spm=5176.29597918.J_SEsSjsNv72yRuRFS2VknO.2.357b7b08WDt1J0&amp;tab=mcp#/mcp-market</a:t>
            </a:r>
            <a:endParaRPr lang="en-US" altLang="zh-CN"/>
          </a:p>
        </p:txBody>
      </p:sp>
      <p:pic>
        <p:nvPicPr>
          <p:cNvPr id="11" name="图片 10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13175" y="4613910"/>
            <a:ext cx="5326380" cy="180594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/>
          <p:cNvSpPr/>
          <p:nvPr/>
        </p:nvSpPr>
        <p:spPr>
          <a:xfrm>
            <a:off x="985489" y="294717"/>
            <a:ext cx="5659151" cy="4603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zh-CN" altLang="en-US" sz="2400" b="1" dirty="0"/>
              <a:t>练习</a:t>
            </a:r>
            <a:endParaRPr lang="zh-CN" altLang="en-US" sz="2400" b="1" dirty="0"/>
          </a:p>
        </p:txBody>
      </p:sp>
      <p:sp>
        <p:nvSpPr>
          <p:cNvPr id="6" name="文本框 5"/>
          <p:cNvSpPr txBox="1"/>
          <p:nvPr/>
        </p:nvSpPr>
        <p:spPr>
          <a:xfrm>
            <a:off x="1199515" y="1060450"/>
            <a:ext cx="9382760" cy="187261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>
              <a:lnSpc>
                <a:spcPct val="130000"/>
              </a:lnSpc>
            </a:pPr>
            <a:r>
              <a:rPr lang="en-US" altLang="zh-CN" sz="2400"/>
              <a:t>1. </a:t>
            </a:r>
            <a:r>
              <a:rPr lang="zh-CN" altLang="en-US" sz="2400"/>
              <a:t>运行本节课程代码。</a:t>
            </a:r>
            <a:endParaRPr lang="zh-CN" altLang="en-US" sz="2400"/>
          </a:p>
          <a:p>
            <a:pPr>
              <a:lnSpc>
                <a:spcPct val="130000"/>
              </a:lnSpc>
            </a:pPr>
            <a:r>
              <a:rPr lang="en-US" altLang="zh-CN" sz="2400"/>
              <a:t>2. </a:t>
            </a:r>
            <a:r>
              <a:rPr lang="zh-CN" altLang="en-US" sz="2400"/>
              <a:t>提出三个任何与本节内容相关的问题，并自行回答。</a:t>
            </a:r>
            <a:endParaRPr lang="zh-CN" altLang="en-US" sz="2400"/>
          </a:p>
          <a:p>
            <a:pPr>
              <a:lnSpc>
                <a:spcPct val="130000"/>
              </a:lnSpc>
            </a:pPr>
            <a:r>
              <a:rPr lang="en-US" altLang="zh-CN" sz="2400"/>
              <a:t>3.</a:t>
            </a:r>
            <a:r>
              <a:rPr lang="zh-CN" altLang="en-US" sz="2400"/>
              <a:t>将代码和问题回答推送到</a:t>
            </a:r>
            <a:r>
              <a:rPr lang="en-US" altLang="zh-CN" sz="2400"/>
              <a:t>github</a:t>
            </a:r>
            <a:r>
              <a:rPr lang="zh-CN" altLang="en-US" sz="2400"/>
              <a:t>。</a:t>
            </a:r>
            <a:endParaRPr lang="zh-CN" altLang="en-US" sz="240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/>
          <p:cNvSpPr txBox="1"/>
          <p:nvPr/>
        </p:nvSpPr>
        <p:spPr>
          <a:xfrm>
            <a:off x="3041964" y="2338038"/>
            <a:ext cx="1457608" cy="1322070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r>
              <a:rPr lang="en-US" altLang="zh-CN" sz="8000" dirty="0">
                <a:solidFill>
                  <a:srgbClr val="E89E00"/>
                </a:solidFill>
                <a:ea typeface="Arial Unicode MS" panose="020B0604020202020204" pitchFamily="34" charset="-122"/>
                <a:cs typeface="Arial Unicode MS" panose="020B0604020202020204" pitchFamily="34" charset="-122"/>
              </a:rPr>
              <a:t>6</a:t>
            </a:r>
            <a:endParaRPr lang="en-US" altLang="zh-CN" sz="8000" dirty="0">
              <a:solidFill>
                <a:srgbClr val="E89E00"/>
              </a:solidFill>
              <a:ea typeface="Arial Unicode MS" panose="020B0604020202020204" pitchFamily="34" charset="-122"/>
              <a:cs typeface="Arial Unicode MS" panose="020B0604020202020204" pitchFamily="34" charset="-122"/>
            </a:endParaRPr>
          </a:p>
        </p:txBody>
      </p:sp>
      <p:sp>
        <p:nvSpPr>
          <p:cNvPr id="4" name="矩形 3"/>
          <p:cNvSpPr/>
          <p:nvPr/>
        </p:nvSpPr>
        <p:spPr>
          <a:xfrm>
            <a:off x="5186014" y="3076017"/>
            <a:ext cx="4887877" cy="64516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zh-CN" altLang="en-US" sz="3600" b="1" dirty="0" smtClean="0">
                <a:solidFill>
                  <a:prstClr val="black"/>
                </a:solidFill>
                <a:latin typeface="宋体" panose="02010600030101010101" pitchFamily="2" charset="-122"/>
              </a:rPr>
              <a:t>第</a:t>
            </a:r>
            <a:r>
              <a:rPr lang="en-US" altLang="zh-CN" sz="3600" b="1" dirty="0" smtClean="0">
                <a:solidFill>
                  <a:prstClr val="black"/>
                </a:solidFill>
                <a:latin typeface="宋体" panose="02010600030101010101" pitchFamily="2" charset="-122"/>
              </a:rPr>
              <a:t>6</a:t>
            </a:r>
            <a:r>
              <a:rPr lang="zh-CN" altLang="en-US" sz="3600" b="1" dirty="0" smtClean="0">
                <a:solidFill>
                  <a:prstClr val="black"/>
                </a:solidFill>
                <a:latin typeface="宋体" panose="02010600030101010101" pitchFamily="2" charset="-122"/>
              </a:rPr>
              <a:t>课</a:t>
            </a:r>
            <a:r>
              <a:rPr lang="en-US" altLang="zh-CN" sz="3600" b="1" dirty="0" smtClean="0">
                <a:solidFill>
                  <a:prstClr val="black"/>
                </a:solidFill>
                <a:latin typeface="宋体" panose="02010600030101010101" pitchFamily="2" charset="-122"/>
              </a:rPr>
              <a:t>	</a:t>
            </a:r>
            <a:r>
              <a:rPr lang="zh-CN" altLang="en-US" sz="3600" b="1" dirty="0" smtClean="0">
                <a:solidFill>
                  <a:prstClr val="black"/>
                </a:solidFill>
                <a:latin typeface="宋体" panose="02010600030101010101" pitchFamily="2" charset="-122"/>
              </a:rPr>
              <a:t>完</a:t>
            </a:r>
            <a:endParaRPr lang="en-US" altLang="zh-CN" sz="3600" b="1" dirty="0" smtClean="0">
              <a:solidFill>
                <a:prstClr val="black"/>
              </a:solidFill>
              <a:latin typeface="宋体" panose="02010600030101010101" pitchFamily="2" charset="-122"/>
            </a:endParaRPr>
          </a:p>
        </p:txBody>
      </p:sp>
      <p:sp>
        <p:nvSpPr>
          <p:cNvPr id="6" name="矩形 5"/>
          <p:cNvSpPr/>
          <p:nvPr/>
        </p:nvSpPr>
        <p:spPr>
          <a:xfrm>
            <a:off x="5186012" y="2337353"/>
            <a:ext cx="6761573" cy="5835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zh-CN" altLang="en-US" sz="3200" dirty="0" smtClean="0">
                <a:solidFill>
                  <a:srgbClr val="4472C4"/>
                </a:solidFill>
              </a:rPr>
              <a:t>机器人</a:t>
            </a:r>
            <a:r>
              <a:rPr lang="en-US" altLang="zh-CN" sz="3200" dirty="0" smtClean="0">
                <a:solidFill>
                  <a:srgbClr val="4472C4"/>
                </a:solidFill>
              </a:rPr>
              <a:t>AI</a:t>
            </a:r>
            <a:r>
              <a:rPr lang="zh-CN" altLang="en-US" sz="3200" dirty="0" smtClean="0">
                <a:solidFill>
                  <a:srgbClr val="4472C4"/>
                </a:solidFill>
              </a:rPr>
              <a:t>模块</a:t>
            </a:r>
            <a:endParaRPr lang="zh-CN" altLang="en-US" sz="3200" dirty="0" smtClean="0">
              <a:solidFill>
                <a:srgbClr val="4472C4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10"/>
    </mc:Choice>
    <mc:Fallback>
      <p:transition/>
    </mc:Fallback>
  </mc:AlternateContent>
  <p:timing>
    <p:tnLst>
      <p:par>
        <p:cTn id="1" dur="indefinite" restart="never" nodeType="tmRoot"/>
      </p:par>
    </p:tnLst>
  </p:timing>
</p:sld>
</file>

<file path=ppt/tags/tag1.xml><?xml version="1.0" encoding="utf-8"?>
<p:tagLst xmlns:p="http://schemas.openxmlformats.org/presentationml/2006/main">
  <p:tag name="MH" val="20160830110410"/>
  <p:tag name="MH_LIBRARY" val="CONTENTS"/>
  <p:tag name="MH_TYPE" val="OTHERS"/>
  <p:tag name="ID" val="547132"/>
</p:tagLst>
</file>

<file path=ppt/tags/tag2.xml><?xml version="1.0" encoding="utf-8"?>
<p:tagLst xmlns:p="http://schemas.openxmlformats.org/presentationml/2006/main">
  <p:tag name="MH" val="20160830110410"/>
  <p:tag name="MH_LIBRARY" val="CONTENTS"/>
  <p:tag name="MH_TYPE" val="OTHERS"/>
  <p:tag name="ID" val="547132"/>
</p:tagLst>
</file>

<file path=ppt/tags/tag3.xml><?xml version="1.0" encoding="utf-8"?>
<p:tagLst xmlns:p="http://schemas.openxmlformats.org/presentationml/2006/main">
  <p:tag name="MH" val="20160830110410"/>
  <p:tag name="MH_LIBRARY" val="CONTENTS"/>
  <p:tag name="MH_TYPE" val="OTHERS"/>
  <p:tag name="ID" val="547132"/>
</p:tagLst>
</file>

<file path=ppt/tags/tag4.xml><?xml version="1.0" encoding="utf-8"?>
<p:tagLst xmlns:p="http://schemas.openxmlformats.org/presentationml/2006/main">
  <p:tag name="MH" val="20160830110410"/>
  <p:tag name="MH_LIBRARY" val="CONTENTS"/>
  <p:tag name="MH_TYPE" val="OTHERS"/>
  <p:tag name="ID" val="547132"/>
</p:tagLst>
</file>

<file path=ppt/theme/theme1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>
        <a:ln w="28575">
          <a:tailEnd type="none"/>
        </a:ln>
      </a:spPr>
      <a:bodyPr/>
      <a:lstStyle/>
      <a:style>
        <a:lnRef idx="3">
          <a:schemeClr val="accent4"/>
        </a:lnRef>
        <a:fillRef idx="0">
          <a:schemeClr val="accent4"/>
        </a:fillRef>
        <a:effectRef idx="2">
          <a:schemeClr val="accent4"/>
        </a:effectRef>
        <a:fontRef idx="minor">
          <a:schemeClr val="tx1"/>
        </a:fontRef>
      </a:style>
    </a:ln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2_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noFill/>
        <a:ln w="38100">
          <a:solidFill>
            <a:srgbClr val="4472C4"/>
          </a:solidFill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Organic</Template>
  <TotalTime>0</TotalTime>
  <Words>1149</Words>
  <Application>WPS 演示</Application>
  <PresentationFormat>宽屏</PresentationFormat>
  <Paragraphs>91</Paragraphs>
  <Slides>17</Slides>
  <Notes>24</Notes>
  <HiddenSlides>0</HiddenSlides>
  <MMClips>0</MMClips>
  <ScaleCrop>false</ScaleCrop>
  <HeadingPairs>
    <vt:vector size="6" baseType="variant">
      <vt:variant>
        <vt:lpstr>已用的字体</vt:lpstr>
      </vt:variant>
      <vt:variant>
        <vt:i4>10</vt:i4>
      </vt:variant>
      <vt:variant>
        <vt:lpstr>主题</vt:lpstr>
      </vt:variant>
      <vt:variant>
        <vt:i4>2</vt:i4>
      </vt:variant>
      <vt:variant>
        <vt:lpstr>幻灯片标题</vt:lpstr>
      </vt:variant>
      <vt:variant>
        <vt:i4>17</vt:i4>
      </vt:variant>
    </vt:vector>
  </HeadingPairs>
  <TitlesOfParts>
    <vt:vector size="29" baseType="lpstr">
      <vt:lpstr>Arial</vt:lpstr>
      <vt:lpstr>宋体</vt:lpstr>
      <vt:lpstr>Wingdings</vt:lpstr>
      <vt:lpstr>华文新魏</vt:lpstr>
      <vt:lpstr>黑体</vt:lpstr>
      <vt:lpstr>微软雅黑</vt:lpstr>
      <vt:lpstr>华文行楷</vt:lpstr>
      <vt:lpstr>Arial Unicode MS</vt:lpstr>
      <vt:lpstr>Calibri</vt:lpstr>
      <vt:lpstr>Arial Unicode MS</vt:lpstr>
      <vt:lpstr>Office 主题</vt:lpstr>
      <vt:lpstr>2_Office 主题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上海仪酷智能科技有限公司</dc:creator>
  <cp:lastModifiedBy>╭⌒better进行时</cp:lastModifiedBy>
  <cp:revision>1019</cp:revision>
  <dcterms:created xsi:type="dcterms:W3CDTF">2017-07-25T03:07:00Z</dcterms:created>
  <dcterms:modified xsi:type="dcterms:W3CDTF">2025-12-04T06:43:16Z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8841B4F7B610481D8E35DE8E2DF00779_13</vt:lpwstr>
  </property>
  <property fmtid="{D5CDD505-2E9C-101B-9397-08002B2CF9AE}" pid="3" name="KSOProductBuildVer">
    <vt:lpwstr>2052-12.1.0.23542</vt:lpwstr>
  </property>
</Properties>
</file>